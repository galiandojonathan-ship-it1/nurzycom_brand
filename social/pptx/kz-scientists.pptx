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image" Target="../media/image-1-7.jpe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ЕЛЕСТЕТІП КӨРЕЙІК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740"/>
            <a:ext cx="6300216" cy="193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Ұлы ғалымдарымыз 2026 жылы </a:t>
            </a:r>
            <a:pPr algn="l" indent="0" marL="0">
              <a:lnSpc>
                <a:spcPts val="459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 жаста</a:t>
            </a:r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болса</a:t>
            </a:r>
            <a:endParaRPr lang="en-US" sz="45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3018730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Олардың академиялық портфолиосы қандай болар еді және қай мамандыққа оқыр еді?</a:t>
            </a:r>
            <a:endParaRPr lang="en-US" sz="1500" dirty="0"/>
          </a:p>
        </p:txBody>
      </p:sp>
      <p:pic>
        <p:nvPicPr>
          <p:cNvPr id="8" name="img-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56000"/>
            <a:ext cx="520700" cy="5207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1880791" y="3581400"/>
            <a:ext cx="185775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3500" dirty="0"/>
          </a:p>
        </p:txBody>
      </p:sp>
      <p:pic>
        <p:nvPicPr>
          <p:cNvPr id="10" name="img-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4152900"/>
            <a:ext cx="520700" cy="5207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>
            <a:off x="2641501" y="4178300"/>
            <a:ext cx="2322195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3500" dirty="0"/>
          </a:p>
        </p:txBody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749800"/>
            <a:ext cx="520700" cy="5207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1880939" y="4775200"/>
            <a:ext cx="188468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3500" dirty="0"/>
          </a:p>
        </p:txBody>
      </p:sp>
      <p:pic>
        <p:nvPicPr>
          <p:cNvPr id="14" name="img-1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" y="5346700"/>
            <a:ext cx="520700" cy="5207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>
            <a:off x="2640112" y="5372100"/>
            <a:ext cx="2941447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500" dirty="0"/>
          </a:p>
        </p:txBody>
      </p:sp>
      <p:pic>
        <p:nvPicPr>
          <p:cNvPr id="16" name="img-1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5943600"/>
            <a:ext cx="520700" cy="5207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>
            <a:off x="1879749" y="5969000"/>
            <a:ext cx="2436622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35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360000">
            <a:off x="4567138" y="3810000"/>
            <a:ext cx="18478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text-22"/>
          <p:cNvSpPr txBox="1"/>
          <p:nvPr/>
        </p:nvSpPr>
        <p:spPr>
          <a:xfrm rot="360000">
            <a:off x="4719538" y="3898900"/>
            <a:ext cx="16356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 ғалым · 5 сала</a:t>
            </a:r>
            <a:endParaRPr lang="en-US" sz="1500" dirty="0"/>
          </a:p>
        </p:txBody>
      </p:sp>
      <p:sp>
        <p:nvSpPr>
          <p:cNvPr id="24" name="text-23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алдымен ойынның ережесі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ЕРЕЖЕ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Ойынның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ережесі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Әр ғалымның шын өмірбаянынан екі дерек аламыз. Сол деректерге сүйеніп, бүгінгі 17 жастағы оқушының портфолиосын елестетеміз.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985095"/>
            <a:ext cx="5943600" cy="901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52000">
            <a:off x="2943827" y="2870293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72000">
            <a:off x="721028" y="3225830"/>
            <a:ext cx="57348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АҚ КАРТА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72000">
            <a:off x="726493" y="3435918"/>
            <a:ext cx="57348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Шын деректер. Бәрі тексерілген.</a:t>
            </a:r>
            <a:endParaRPr lang="en-US" sz="1400" dirty="0"/>
          </a:p>
        </p:txBody>
      </p:sp>
      <p:sp>
        <p:nvSpPr>
          <p:cNvPr id="12" name="shape-11"/>
          <p:cNvSpPr/>
          <p:nvPr/>
        </p:nvSpPr>
        <p:spPr>
          <a:xfrm rot="72000">
            <a:off x="457200" y="4826099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04486" y="502926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ҚАРА КАРТА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696306" y="5238826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Біздің болжамымыз: 2026 жылы олар қандай олимпиадаға қатысып, нені зерттеп, қайда оқыр еді.</a:t>
            </a:r>
            <a:endParaRPr lang="en-US" sz="1450" dirty="0"/>
          </a:p>
        </p:txBody>
      </p:sp>
      <p:sp>
        <p:nvSpPr>
          <p:cNvPr id="15" name="text-1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6" name="shape-15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бірінші кейіпкер жер астын зерттеген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1899 · ГЕОЛОГИЯ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Қаныш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3174603"/>
            <a:ext cx="5943600" cy="1651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8793" y="30608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5999" y="336558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3394" y="360186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Томск технологиялық институтын тау-кен инженер-геологы ретінде бітірген.</a:t>
            </a:r>
            <a:endParaRPr lang="en-US" sz="135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3306" y="416970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Жезқазған кен орнын зерттеген. Қазақ КСР Ғылым академиясының тұңғыш президенті болған.</a:t>
            </a:r>
            <a:endParaRPr lang="en-US" sz="135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4977209"/>
            <a:ext cx="5943600" cy="1765300"/>
          </a:xfrm>
          <a:prstGeom prst="roundRect">
            <a:avLst>
              <a:gd name="adj" fmla="val 10072"/>
            </a:avLst>
          </a:prstGeom>
          <a:solidFill>
            <a:srgbClr val="0A0A0A"/>
          </a:solidFill>
          <a:ln/>
        </p:spPr>
      </p:sp>
      <p:sp>
        <p:nvSpPr>
          <p:cNvPr id="13" name="shape-12"/>
          <p:cNvSpPr/>
          <p:nvPr/>
        </p:nvSpPr>
        <p:spPr>
          <a:xfrm rot="-420000">
            <a:off x="5715981" y="4831558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6631" y="4952208"/>
            <a:ext cx="292100" cy="2921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60000">
            <a:off x="696598" y="5168200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2180" y="5369706"/>
            <a:ext cx="203200" cy="2032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60000">
            <a:off x="957108" y="5401532"/>
            <a:ext cx="506171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жер туралы ғылымдар олимпиадасы (IESO).</a:t>
            </a:r>
            <a:endParaRPr lang="en-US" sz="135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876395" y="5736928"/>
            <a:ext cx="561365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Туған өлкенің кен орындарының картасы: жеке зерттеу жобасы.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68518" y="607390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тау-кен немесе геологиялық инженерия.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6" name="img-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1899–1964</a:t>
            </a:r>
            <a:endParaRPr lang="en-US" sz="1300" dirty="0"/>
          </a:p>
        </p:txBody>
      </p:sp>
      <p:sp>
        <p:nvSpPr>
          <p:cNvPr id="28" name="text-27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екіншісі 23 жасқа толмай Қашғарға барған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1835 · ТАРИХ, ЭТНОГРАФИЯ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Шоқан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3174603"/>
            <a:ext cx="5943600" cy="1651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8793" y="30608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5999" y="336558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1360" y="3599600"/>
            <a:ext cx="561365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1853 жылы Омбы кадет корпусын бітірген.</a:t>
            </a:r>
            <a:endParaRPr lang="en-US" sz="135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1271" y="3935667"/>
            <a:ext cx="561365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1858–1859 жылдары көпес кейпінде Қашғарға барып, Шығыс Түркістанның тарихы мен этнографиясы туралы материал жинаған.</a:t>
            </a:r>
            <a:endParaRPr lang="en-US" sz="135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4976316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0A0A0A"/>
          </a:solidFill>
          <a:ln/>
        </p:spPr>
      </p:sp>
      <p:sp>
        <p:nvSpPr>
          <p:cNvPr id="13" name="shape-12"/>
          <p:cNvSpPr/>
          <p:nvPr/>
        </p:nvSpPr>
        <p:spPr>
          <a:xfrm rot="-420000">
            <a:off x="5718015" y="4831576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4952226"/>
            <a:ext cx="292100" cy="2921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60000">
            <a:off x="698633" y="5168218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369724"/>
            <a:ext cx="203200" cy="2032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60000">
            <a:off x="960265" y="5392370"/>
            <a:ext cx="394436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география олимпиадасы (iGeo).</a:t>
            </a:r>
            <a:endParaRPr lang="en-US" sz="135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876395" y="5739210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Қазақ және қырғыз ауыз әдебиетін жинайтын подкаст немесе блог.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66483" y="630705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антропология немесе Орталық Азияны зерттеу.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6" name="img-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1835–1865</a:t>
            </a:r>
            <a:endParaRPr lang="en-US" sz="1300" dirty="0"/>
          </a:p>
        </p:txBody>
      </p:sp>
      <p:sp>
        <p:nvSpPr>
          <p:cNvPr id="28" name="text-27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үшіншісі химия мен әдебиетті қатар алып жүрген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28067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24904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1925 · ХИМИЯ, МЕТАЛЛУРГИЯ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Евней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3174603"/>
            <a:ext cx="5943600" cy="1651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8793" y="30608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5999" y="336558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3394" y="360186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Химик-металлург, академик, КСРО Мемлекеттік сыйлығының лауреаты (1969).</a:t>
            </a:r>
            <a:endParaRPr lang="en-US" sz="135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3306" y="416970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 мемлекеттік университетінің тұңғыш ректоры, Сәтбаевтың шәкірті, жазушы.</a:t>
            </a:r>
            <a:endParaRPr lang="en-US" sz="135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4976316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0A0A0A"/>
          </a:solidFill>
          <a:ln/>
        </p:spPr>
      </p:sp>
      <p:sp>
        <p:nvSpPr>
          <p:cNvPr id="13" name="shape-12"/>
          <p:cNvSpPr/>
          <p:nvPr/>
        </p:nvSpPr>
        <p:spPr>
          <a:xfrm rot="-420000">
            <a:off x="5718015" y="4831576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4952226"/>
            <a:ext cx="292100" cy="2921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60000">
            <a:off x="698633" y="5168218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369724"/>
            <a:ext cx="203200" cy="2032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60000">
            <a:off x="962173" y="5389688"/>
            <a:ext cx="361454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химия олимпиадасы (IChO).</a:t>
            </a:r>
            <a:endParaRPr lang="en-US" sz="135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876395" y="5739210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Қарағандының металлургиясы туралы зерттеу жобасы және әдеби эссе байқауы.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66483" y="630705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химиялық инженерия немесе материалтану.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6" name="img-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1925–1983</a:t>
            </a:r>
            <a:endParaRPr lang="en-US" sz="1300" dirty="0"/>
          </a:p>
        </p:txBody>
      </p:sp>
      <p:sp>
        <p:nvSpPr>
          <p:cNvPr id="28" name="text-27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төртіншісі математиканы ғарышқа шығарған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1936 · МАТЕМАТИКА, ҒАРЫШ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302"/>
            <a:ext cx="409244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3700" b="1" spc="-13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Өмірзақ </a:t>
            </a:r>
            <a:pPr algn="l" indent="0" marL="0">
              <a:lnSpc>
                <a:spcPts val="3770"/>
              </a:lnSpc>
              <a:buNone/>
            </a:pPr>
            <a:r>
              <a:rPr lang="en-US" sz="4000" i="1" spc="-8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7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3173710"/>
            <a:ext cx="5943600" cy="18859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6759" y="306084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3965" y="3365603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3394" y="3600971"/>
            <a:ext cx="561365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ҚазМУ-дың механика-математика факультетін бітірген. Дифференциалдық теңдеулер мен математикалық модельдеумен айналысқан.</a:t>
            </a:r>
            <a:endParaRPr lang="en-US" sz="135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5341" y="440285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1988–1994 жылдары Ғылым академиясының президенті болған, 1991 жылдан Ғарыштық зерттеулер институтын басқарған.</a:t>
            </a:r>
            <a:endParaRPr lang="en-US" sz="135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5209480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0A0A0A"/>
          </a:solidFill>
          <a:ln/>
        </p:spPr>
      </p:sp>
      <p:sp>
        <p:nvSpPr>
          <p:cNvPr id="13" name="shape-12"/>
          <p:cNvSpPr/>
          <p:nvPr/>
        </p:nvSpPr>
        <p:spPr>
          <a:xfrm rot="-420000">
            <a:off x="5718015" y="5064740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5185390"/>
            <a:ext cx="292100" cy="2921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60000">
            <a:off x="698633" y="5401382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602888"/>
            <a:ext cx="203200" cy="2032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60000">
            <a:off x="962045" y="5626175"/>
            <a:ext cx="401840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математика олимпиадасы (IMO).</a:t>
            </a:r>
            <a:endParaRPr lang="en-US" sz="135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876395" y="597237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Спутник деректерімен жасалған жоба, мысалы NASA Space Apps Challenge.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66483" y="654021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қолданбалы математика немесе аэроғарыш инженериясы.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6" name="img-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1936–2005</a:t>
            </a:r>
            <a:endParaRPr lang="en-US" sz="1300" dirty="0"/>
          </a:p>
        </p:txBody>
      </p:sp>
      <p:sp>
        <p:nvSpPr>
          <p:cNvPr id="28" name="text-27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бесіншісі жасушаның ішінен жаңалық ашқан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997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269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1939 · МОЛЕКУЛАЛЫҚ БИОЛОГИЯ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Мұрат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3173710"/>
            <a:ext cx="5943600" cy="18859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6759" y="306084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3965" y="3365603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1360" y="360188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Мәскеу мемлекеттік университетінде және ҚазМУ-да оқыған. Қазақстандағы молекулалық биологияның негізін қалаушы.</a:t>
            </a:r>
            <a:endParaRPr lang="en-US" sz="135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3306" y="4168813"/>
            <a:ext cx="561365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Жасушаның ішіндегі бөлшектердің жаңа класын, информосомаларды ашқан ғалымдар тобында болып, 1976 жылы Ленин сыйлығын алған.</a:t>
            </a:r>
            <a:endParaRPr lang="en-US" sz="135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5209480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0A0A0A"/>
          </a:solidFill>
          <a:ln/>
        </p:spPr>
      </p:sp>
      <p:sp>
        <p:nvSpPr>
          <p:cNvPr id="13" name="shape-12"/>
          <p:cNvSpPr/>
          <p:nvPr/>
        </p:nvSpPr>
        <p:spPr>
          <a:xfrm rot="-420000">
            <a:off x="5718015" y="5064740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5185390"/>
            <a:ext cx="292100" cy="2921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60000">
            <a:off x="698633" y="5401382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602888"/>
            <a:ext cx="203200" cy="2032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60000">
            <a:off x="961071" y="5624052"/>
            <a:ext cx="37626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биология олимпиадасы (IBO).</a:t>
            </a:r>
            <a:endParaRPr lang="en-US" sz="135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876395" y="597237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Зертханада жасалған зерттеу жобасы, мысалы ISEF сияқты ғылыми жарыста.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66483" y="654021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молекулалық биология немесе биохимия.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6" name="img-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1939–1987</a:t>
            </a:r>
            <a:endParaRPr lang="en-US" sz="1300" dirty="0"/>
          </a:p>
        </p:txBody>
      </p:sp>
      <p:sp>
        <p:nvSpPr>
          <p:cNvPr id="28" name="text-27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соңында бәріне ортақ нәрсе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ОРТАҚ НЕ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Бәріне ортақ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не</a:t>
            </a:r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?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95550"/>
            <a:ext cx="5943600" cy="869950"/>
          </a:xfrm>
          <a:prstGeom prst="roundRect">
            <a:avLst>
              <a:gd name="adj" fmla="val 20438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60000">
            <a:off x="695729" y="2298724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60000">
            <a:off x="700329" y="2508284"/>
            <a:ext cx="5788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салаға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терең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кірді.</a:t>
            </a:r>
            <a:endParaRPr lang="en-US" sz="1450" dirty="0"/>
          </a:p>
        </p:txBody>
      </p:sp>
      <p:sp>
        <p:nvSpPr>
          <p:cNvPr id="10" name="shape-9"/>
          <p:cNvSpPr/>
          <p:nvPr/>
        </p:nvSpPr>
        <p:spPr>
          <a:xfrm rot="60000">
            <a:off x="457200" y="3079948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60000">
            <a:off x="703489" y="328309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-11"/>
          <p:cNvSpPr txBox="1"/>
          <p:nvPr/>
        </p:nvSpPr>
        <p:spPr>
          <a:xfrm rot="60000">
            <a:off x="696671" y="3492683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Білімін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еліне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жұмсады: кен орны, университет, ғылыми институт.</a:t>
            </a:r>
            <a:endParaRPr lang="en-US" sz="1450" dirty="0"/>
          </a:p>
        </p:txBody>
      </p:sp>
      <p:sp>
        <p:nvSpPr>
          <p:cNvPr id="13" name="shape-12"/>
          <p:cNvSpPr/>
          <p:nvPr/>
        </p:nvSpPr>
        <p:spPr>
          <a:xfrm rot="-60000">
            <a:off x="457200" y="4318397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 rot="-60000">
            <a:off x="693511" y="4521541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-14"/>
          <p:cNvSpPr txBox="1"/>
          <p:nvPr/>
        </p:nvSpPr>
        <p:spPr>
          <a:xfrm rot="-60000">
            <a:off x="700329" y="4731131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қызығушылықпен шектелмеді: Бөкетов химиямен қатар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кітап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жазды.</a:t>
            </a:r>
            <a:endParaRPr lang="en-US" sz="1450" dirty="0"/>
          </a:p>
        </p:txBody>
      </p:sp>
      <p:sp>
        <p:nvSpPr>
          <p:cNvPr id="16" name="text-15"/>
          <p:cNvSpPr txBox="1"/>
          <p:nvPr/>
        </p:nvSpPr>
        <p:spPr>
          <a:xfrm>
            <a:off x="457200" y="5715744"/>
            <a:ext cx="630021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10"/>
              </a:lnSpc>
              <a:buNone/>
            </a:pPr>
            <a:r>
              <a:rPr lang="en-US" sz="2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 сенің портфолиоңда не бар?</a:t>
            </a:r>
            <a:endParaRPr lang="en-US" sz="26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 rot="-180000">
            <a:off x="455712" y="6858000"/>
            <a:ext cx="2590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9" name="text-18"/>
          <p:cNvSpPr txBox="1"/>
          <p:nvPr/>
        </p:nvSpPr>
        <p:spPr>
          <a:xfrm rot="-180000">
            <a:off x="620812" y="6946900"/>
            <a:ext cx="23962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пікірге жаз · сақтап қой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2026-10-27T11:39:08Z</dcterms:created>
  <dcterms:modified xsi:type="dcterms:W3CDTF">2026-10-27T11:39:08Z</dcterms:modified>
</cp:coreProperties>
</file>