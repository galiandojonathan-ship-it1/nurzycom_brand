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ЕЛЕСТЕТІП КӨРЕЙІК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740"/>
            <a:ext cx="6300216" cy="193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0"/>
              </a:lnSpc>
              <a:buNone/>
            </a:pPr>
            <a:r>
              <a:rPr lang="en-US" sz="45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Ұлы ғалымдарымыз 2026 жылы </a:t>
            </a:r>
            <a:pPr algn="l" indent="0" marL="0">
              <a:lnSpc>
                <a:spcPts val="459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17 жаста</a:t>
            </a:r>
            <a:pPr algn="l" indent="0" marL="0">
              <a:lnSpc>
                <a:spcPts val="4590"/>
              </a:lnSpc>
              <a:buNone/>
            </a:pPr>
            <a:r>
              <a:rPr lang="en-US" sz="45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болса</a:t>
            </a:r>
            <a:endParaRPr lang="en-US" sz="45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3018730"/>
            <a:ext cx="5889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Олардың академиялық портфолиосы қандай болар еді және қай мамандыққа оқыр еді?</a:t>
            </a:r>
            <a:endParaRPr lang="en-US" sz="15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3936355"/>
            <a:ext cx="630021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Сәтбаев</a:t>
            </a:r>
            <a:endParaRPr lang="en-US" sz="3800" dirty="0"/>
          </a:p>
        </p:txBody>
      </p:sp>
      <p:sp>
        <p:nvSpPr>
          <p:cNvPr id="9" name="text-8"/>
          <p:cNvSpPr txBox="1"/>
          <p:nvPr/>
        </p:nvSpPr>
        <p:spPr>
          <a:xfrm>
            <a:off x="1219200" y="4531965"/>
            <a:ext cx="549249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Уәлиханов</a:t>
            </a:r>
            <a:endParaRPr lang="en-US" sz="3800" dirty="0"/>
          </a:p>
        </p:txBody>
      </p:sp>
      <p:sp>
        <p:nvSpPr>
          <p:cNvPr id="10" name="text-9"/>
          <p:cNvSpPr txBox="1"/>
          <p:nvPr/>
        </p:nvSpPr>
        <p:spPr>
          <a:xfrm>
            <a:off x="457200" y="5127575"/>
            <a:ext cx="630021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Бөкетов</a:t>
            </a:r>
            <a:endParaRPr lang="en-US" sz="3800" dirty="0"/>
          </a:p>
        </p:txBody>
      </p:sp>
      <p:sp>
        <p:nvSpPr>
          <p:cNvPr id="11" name="text-10"/>
          <p:cNvSpPr txBox="1"/>
          <p:nvPr/>
        </p:nvSpPr>
        <p:spPr>
          <a:xfrm>
            <a:off x="1219200" y="5723186"/>
            <a:ext cx="549249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Сұлтанғазин</a:t>
            </a:r>
            <a:endParaRPr lang="en-US" sz="3800" dirty="0"/>
          </a:p>
        </p:txBody>
      </p:sp>
      <p:sp>
        <p:nvSpPr>
          <p:cNvPr id="12" name="text-11"/>
          <p:cNvSpPr txBox="1"/>
          <p:nvPr/>
        </p:nvSpPr>
        <p:spPr>
          <a:xfrm>
            <a:off x="457200" y="6318796"/>
            <a:ext cx="630021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Айтхожин</a:t>
            </a:r>
            <a:endParaRPr lang="en-US" sz="3800" dirty="0"/>
          </a:p>
        </p:txBody>
      </p:sp>
      <p:sp>
        <p:nvSpPr>
          <p:cNvPr id="13" name="text-12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4" name="shape-13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5" name="text-14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7" name="shape-16"/>
          <p:cNvSpPr/>
          <p:nvPr/>
        </p:nvSpPr>
        <p:spPr>
          <a:xfrm rot="360000">
            <a:off x="4567138" y="3810000"/>
            <a:ext cx="184785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8" name="text-17"/>
          <p:cNvSpPr txBox="1"/>
          <p:nvPr/>
        </p:nvSpPr>
        <p:spPr>
          <a:xfrm rot="360000">
            <a:off x="4719538" y="3898900"/>
            <a:ext cx="16356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5 ғалым · 5 сала</a:t>
            </a:r>
            <a:endParaRPr lang="en-US" sz="1500" dirty="0"/>
          </a:p>
        </p:txBody>
      </p:sp>
      <p:sp>
        <p:nvSpPr>
          <p:cNvPr id="19" name="text-1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алдымен ойынның ережесі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15875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1198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ЕРЕЖЕ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Ойынның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ережесі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1706066"/>
            <a:ext cx="588962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Әр ғалымның шын өмірбаянынан екі дерек аламыз. Сол деректерге сүйеніп, бүгінгі 17 жастағы оқушының портфолиосын елестетеміз.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72000">
            <a:off x="457200" y="2985095"/>
            <a:ext cx="5943600" cy="901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52000">
            <a:off x="2943827" y="2870293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text-9"/>
          <p:cNvSpPr txBox="1"/>
          <p:nvPr/>
        </p:nvSpPr>
        <p:spPr>
          <a:xfrm rot="-72000">
            <a:off x="721028" y="3225830"/>
            <a:ext cx="573481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АҚ КАРТА</a:t>
            </a:r>
            <a:endParaRPr lang="en-US" sz="900" dirty="0"/>
          </a:p>
        </p:txBody>
      </p:sp>
      <p:sp>
        <p:nvSpPr>
          <p:cNvPr id="11" name="text-10"/>
          <p:cNvSpPr txBox="1"/>
          <p:nvPr/>
        </p:nvSpPr>
        <p:spPr>
          <a:xfrm rot="-72000">
            <a:off x="726493" y="3435918"/>
            <a:ext cx="573481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Шын деректер. Бәрі тексерілген.</a:t>
            </a:r>
            <a:endParaRPr lang="en-US" sz="1400" dirty="0"/>
          </a:p>
        </p:txBody>
      </p:sp>
      <p:sp>
        <p:nvSpPr>
          <p:cNvPr id="12" name="shape-11"/>
          <p:cNvSpPr/>
          <p:nvPr/>
        </p:nvSpPr>
        <p:spPr>
          <a:xfrm rot="72000">
            <a:off x="457200" y="4826099"/>
            <a:ext cx="5943600" cy="1123950"/>
          </a:xfrm>
          <a:prstGeom prst="roundRect">
            <a:avLst>
              <a:gd name="adj" fmla="val 15819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 rot="72000">
            <a:off x="704486" y="5029263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ҚАРА КАРТА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72000">
            <a:off x="696306" y="5238826"/>
            <a:ext cx="57886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Біздің болжамымыз: 2026 жылы олар қандай олимпиадаға қатысып, нені зерттеп, қайда оқыр еді.</a:t>
            </a:r>
            <a:endParaRPr lang="en-US" sz="1450" dirty="0"/>
          </a:p>
        </p:txBody>
      </p:sp>
      <p:sp>
        <p:nvSpPr>
          <p:cNvPr id="15" name="text-14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6" name="shape-15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7" name="text-16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18" name="svg-1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9" name="text-1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бірінші кейіпкер жер астын зерттеген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8669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1899 · ГЕОЛОГИЯ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Қаныш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Сәтбаев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2030611"/>
            <a:ext cx="5943600" cy="17716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40000">
            <a:off x="2937758" y="1917831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60000">
            <a:off x="674964" y="222259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60000">
            <a:off x="872877" y="2456785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Томск технологиялық институтын тау-кен инженер-геологы ретінде бітірген.</a:t>
            </a:r>
            <a:endParaRPr lang="en-US" sz="150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83824" y="3083951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Жезқазған кен орнын зерттеген. Қазақ КСР Ғылым академиясының тұңғыш президенті болған.</a:t>
            </a:r>
            <a:endParaRPr lang="en-US" sz="1500" dirty="0"/>
          </a:p>
        </p:txBody>
      </p:sp>
      <p:sp>
        <p:nvSpPr>
          <p:cNvPr id="12" name="shape-11"/>
          <p:cNvSpPr/>
          <p:nvPr/>
        </p:nvSpPr>
        <p:spPr>
          <a:xfrm rot="60000">
            <a:off x="457200" y="3967063"/>
            <a:ext cx="5943600" cy="2406650"/>
          </a:xfrm>
          <a:prstGeom prst="roundRect">
            <a:avLst>
              <a:gd name="adj" fmla="val 7388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 rot="60000">
            <a:off x="702221" y="415661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60000">
            <a:off x="885308" y="4390806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жер туралы ғылымдар олимпиадасы (IESO).</a:t>
            </a:r>
            <a:endParaRPr lang="en-US" sz="1500" dirty="0"/>
          </a:p>
        </p:txBody>
      </p:sp>
      <p:sp>
        <p:nvSpPr>
          <p:cNvPr id="15" name="text-14"/>
          <p:cNvSpPr txBox="1"/>
          <p:nvPr/>
        </p:nvSpPr>
        <p:spPr>
          <a:xfrm rot="60000">
            <a:off x="874360" y="5017971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Туған өлкенің кен орындарының картасы: жеке зерттеу жобасы.</a:t>
            </a:r>
            <a:endParaRPr lang="en-US" sz="1500" dirty="0"/>
          </a:p>
        </p:txBody>
      </p:sp>
      <p:sp>
        <p:nvSpPr>
          <p:cNvPr id="16" name="text-15"/>
          <p:cNvSpPr txBox="1"/>
          <p:nvPr/>
        </p:nvSpPr>
        <p:spPr>
          <a:xfrm rot="60000">
            <a:off x="863413" y="5645137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тау-кен немесе геологиялық инженерия.</a:t>
            </a:r>
            <a:endParaRPr lang="en-US" sz="1500" dirty="0"/>
          </a:p>
        </p:txBody>
      </p:sp>
      <p:sp>
        <p:nvSpPr>
          <p:cNvPr id="17" name="text-16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8" name="shape-17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9" name="text-18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екіншісі 23 жасқа толмай Қашғарға барған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1835 · ТАРИХ, ЭТНОГРАФИЯ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Шоқан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Уәлиханов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2030611"/>
            <a:ext cx="5943600" cy="17716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40000">
            <a:off x="2937758" y="1917831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60000">
            <a:off x="674964" y="222259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60000">
            <a:off x="870583" y="2458740"/>
            <a:ext cx="5613654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1853 жылы Омбы кадет корпусын бітірген.</a:t>
            </a:r>
            <a:endParaRPr lang="en-US" sz="150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81530" y="2822381"/>
            <a:ext cx="5613654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1858–1859 жылдары көпес кейпінде Қашғарға барып, Шығыс Түркістанның тарихы мен этнографиясы туралы материал жинаған.</a:t>
            </a:r>
            <a:endParaRPr lang="en-US" sz="1500" dirty="0"/>
          </a:p>
        </p:txBody>
      </p:sp>
      <p:sp>
        <p:nvSpPr>
          <p:cNvPr id="12" name="shape-11"/>
          <p:cNvSpPr/>
          <p:nvPr/>
        </p:nvSpPr>
        <p:spPr>
          <a:xfrm rot="60000">
            <a:off x="457200" y="3965823"/>
            <a:ext cx="5943600" cy="2146300"/>
          </a:xfrm>
          <a:prstGeom prst="roundRect">
            <a:avLst>
              <a:gd name="adj" fmla="val 8284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 rot="60000">
            <a:off x="699927" y="415659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60000">
            <a:off x="885308" y="4392741"/>
            <a:ext cx="5613654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география олимпиадасы (iGeo).</a:t>
            </a:r>
            <a:endParaRPr lang="en-US" sz="1500" dirty="0"/>
          </a:p>
        </p:txBody>
      </p:sp>
      <p:sp>
        <p:nvSpPr>
          <p:cNvPr id="15" name="text-14"/>
          <p:cNvSpPr txBox="1"/>
          <p:nvPr/>
        </p:nvSpPr>
        <p:spPr>
          <a:xfrm rot="60000">
            <a:off x="876654" y="4755161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Қазақ және қырғыз ауыз әдебиетін жинайтын подкаст немесе блог.</a:t>
            </a:r>
            <a:endParaRPr lang="en-US" sz="1500" dirty="0"/>
          </a:p>
        </p:txBody>
      </p:sp>
      <p:sp>
        <p:nvSpPr>
          <p:cNvPr id="16" name="text-15"/>
          <p:cNvSpPr txBox="1"/>
          <p:nvPr/>
        </p:nvSpPr>
        <p:spPr>
          <a:xfrm rot="60000">
            <a:off x="865707" y="5382326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антропология немесе Орталық Азияны зерттеу.</a:t>
            </a:r>
            <a:endParaRPr lang="en-US" sz="1500" dirty="0"/>
          </a:p>
        </p:txBody>
      </p:sp>
      <p:sp>
        <p:nvSpPr>
          <p:cNvPr id="17" name="text-16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8" name="shape-17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9" name="text-18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үшіншісі химия мен әдебиетті қатар алып жүрген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28067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24904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1925 · ХИМИЯ, МЕТАЛЛУРГИЯ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Евней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Бөкетов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2030611"/>
            <a:ext cx="5943600" cy="17716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40000">
            <a:off x="2937758" y="1917831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60000">
            <a:off x="674964" y="222259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60000">
            <a:off x="872877" y="2456785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Химик-металлург, академик, КСРО Мемлекеттік сыйлығының лауреаты (1969).</a:t>
            </a:r>
            <a:endParaRPr lang="en-US" sz="150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83824" y="3083951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Қарағанды мемлекеттік университетінің тұңғыш ректоры, Сәтбаевтың шәкірті, жазушы.</a:t>
            </a:r>
            <a:endParaRPr lang="en-US" sz="1500" dirty="0"/>
          </a:p>
        </p:txBody>
      </p:sp>
      <p:sp>
        <p:nvSpPr>
          <p:cNvPr id="12" name="shape-11"/>
          <p:cNvSpPr/>
          <p:nvPr/>
        </p:nvSpPr>
        <p:spPr>
          <a:xfrm rot="60000">
            <a:off x="457200" y="3965823"/>
            <a:ext cx="5943600" cy="2146300"/>
          </a:xfrm>
          <a:prstGeom prst="roundRect">
            <a:avLst>
              <a:gd name="adj" fmla="val 8284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 rot="60000">
            <a:off x="699927" y="415659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60000">
            <a:off x="885308" y="4392741"/>
            <a:ext cx="5613654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химия олимпиадасы (IChO).</a:t>
            </a:r>
            <a:endParaRPr lang="en-US" sz="1500" dirty="0"/>
          </a:p>
        </p:txBody>
      </p:sp>
      <p:sp>
        <p:nvSpPr>
          <p:cNvPr id="15" name="text-14"/>
          <p:cNvSpPr txBox="1"/>
          <p:nvPr/>
        </p:nvSpPr>
        <p:spPr>
          <a:xfrm rot="60000">
            <a:off x="876654" y="4755161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Қарағандының металлургиясы туралы зерттеу жобасы және әдеби эссе байқауы.</a:t>
            </a:r>
            <a:endParaRPr lang="en-US" sz="1500" dirty="0"/>
          </a:p>
        </p:txBody>
      </p:sp>
      <p:sp>
        <p:nvSpPr>
          <p:cNvPr id="16" name="text-15"/>
          <p:cNvSpPr txBox="1"/>
          <p:nvPr/>
        </p:nvSpPr>
        <p:spPr>
          <a:xfrm rot="60000">
            <a:off x="865707" y="5382326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химиялық инженерия немесе материалтану.</a:t>
            </a:r>
            <a:endParaRPr lang="en-US" sz="1500" dirty="0"/>
          </a:p>
        </p:txBody>
      </p:sp>
      <p:sp>
        <p:nvSpPr>
          <p:cNvPr id="17" name="text-16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8" name="shape-17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9" name="text-18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төртіншісі математиканы ғарышқа шығарған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1936 · МАТЕМАТИКА, ҒАРЫШ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988"/>
            <a:ext cx="63002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3700" b="1" spc="-13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Өмірзақ </a:t>
            </a:r>
            <a:pPr algn="l" indent="0" marL="0">
              <a:lnSpc>
                <a:spcPts val="3770"/>
              </a:lnSpc>
              <a:buNone/>
            </a:pPr>
            <a:r>
              <a:rPr lang="en-US" sz="4300" i="1" spc="-9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Сұлтанғазин</a:t>
            </a:r>
            <a:endParaRPr lang="en-US" sz="37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2033091"/>
            <a:ext cx="5943600" cy="22923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40000">
            <a:off x="2933171" y="1917871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60000">
            <a:off x="670376" y="222263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60000">
            <a:off x="870583" y="2458046"/>
            <a:ext cx="5613654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ҚазМУ-дың механика-математика факультетін бітірген. Дифференциалдық теңдеулер мен математикалық модельдеумен айналысқан.</a:t>
            </a:r>
            <a:endParaRPr lang="en-US" sz="150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86117" y="3348001"/>
            <a:ext cx="5613654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1988–1994 жылдары Ғылым академиясының президенті болған, 1991 жылдан Ғарыштық зерттеулер институтын басқарған.</a:t>
            </a:r>
            <a:endParaRPr lang="en-US" sz="1500" dirty="0"/>
          </a:p>
        </p:txBody>
      </p:sp>
      <p:sp>
        <p:nvSpPr>
          <p:cNvPr id="12" name="shape-11"/>
          <p:cNvSpPr/>
          <p:nvPr/>
        </p:nvSpPr>
        <p:spPr>
          <a:xfrm rot="60000">
            <a:off x="457200" y="4491484"/>
            <a:ext cx="5943600" cy="2146300"/>
          </a:xfrm>
          <a:prstGeom prst="roundRect">
            <a:avLst>
              <a:gd name="adj" fmla="val 8284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 rot="60000">
            <a:off x="699927" y="4682256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60000">
            <a:off x="885308" y="4918402"/>
            <a:ext cx="5613654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математика олимпиадасы (IMO).</a:t>
            </a:r>
            <a:endParaRPr lang="en-US" sz="1500" dirty="0"/>
          </a:p>
        </p:txBody>
      </p:sp>
      <p:sp>
        <p:nvSpPr>
          <p:cNvPr id="15" name="text-14"/>
          <p:cNvSpPr txBox="1"/>
          <p:nvPr/>
        </p:nvSpPr>
        <p:spPr>
          <a:xfrm rot="60000">
            <a:off x="876654" y="5280822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Спутник деректерімен жасалған жоба, мысалы NASA Space Apps Challenge.</a:t>
            </a:r>
            <a:endParaRPr lang="en-US" sz="1500" dirty="0"/>
          </a:p>
        </p:txBody>
      </p:sp>
      <p:sp>
        <p:nvSpPr>
          <p:cNvPr id="16" name="text-15"/>
          <p:cNvSpPr txBox="1"/>
          <p:nvPr/>
        </p:nvSpPr>
        <p:spPr>
          <a:xfrm rot="60000">
            <a:off x="865707" y="5907987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қолданбалы математика немесе аэроғарыш инженериясы.</a:t>
            </a:r>
            <a:endParaRPr lang="en-US" sz="1500" dirty="0"/>
          </a:p>
        </p:txBody>
      </p:sp>
      <p:sp>
        <p:nvSpPr>
          <p:cNvPr id="17" name="text-16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8" name="shape-17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9" name="text-18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бесіншісі жасушаның ішінен жаңалық ашқан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29972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269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1939 · МОЛЕКУЛАЛЫҚ БИОЛОГИЯ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Мұрат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Айтхожин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2033091"/>
            <a:ext cx="5943600" cy="22923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40000">
            <a:off x="2933171" y="1917871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60000">
            <a:off x="670376" y="222263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60000">
            <a:off x="870583" y="2458046"/>
            <a:ext cx="5613654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Мәскеу мемлекеттік университетінде және ҚазМУ-да оқыған. Қазақстандағы молекулалық биологияның негізін қалаушы.</a:t>
            </a:r>
            <a:endParaRPr lang="en-US" sz="150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86117" y="3348001"/>
            <a:ext cx="5613654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Жасушаның ішіндегі бөлшектердің жаңа класын, информосомаларды ашқан ғалымдар тобында болып, 1976 жылы Ленин сыйлығын алған.</a:t>
            </a:r>
            <a:endParaRPr lang="en-US" sz="1500" dirty="0"/>
          </a:p>
        </p:txBody>
      </p:sp>
      <p:sp>
        <p:nvSpPr>
          <p:cNvPr id="12" name="shape-11"/>
          <p:cNvSpPr/>
          <p:nvPr/>
        </p:nvSpPr>
        <p:spPr>
          <a:xfrm rot="60000">
            <a:off x="457200" y="4491484"/>
            <a:ext cx="5943600" cy="2146300"/>
          </a:xfrm>
          <a:prstGeom prst="roundRect">
            <a:avLst>
              <a:gd name="adj" fmla="val 8284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 rot="60000">
            <a:off x="699927" y="4682256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60000">
            <a:off x="885308" y="4918402"/>
            <a:ext cx="5613654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биология олимпиадасы (IBO).</a:t>
            </a:r>
            <a:endParaRPr lang="en-US" sz="1500" dirty="0"/>
          </a:p>
        </p:txBody>
      </p:sp>
      <p:sp>
        <p:nvSpPr>
          <p:cNvPr id="15" name="text-14"/>
          <p:cNvSpPr txBox="1"/>
          <p:nvPr/>
        </p:nvSpPr>
        <p:spPr>
          <a:xfrm rot="60000">
            <a:off x="876654" y="5280822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Зертханада жасалған зерттеу жобасы, мысалы ISEF сияқты ғылыми жарыста.</a:t>
            </a:r>
            <a:endParaRPr lang="en-US" sz="1500" dirty="0"/>
          </a:p>
        </p:txBody>
      </p:sp>
      <p:sp>
        <p:nvSpPr>
          <p:cNvPr id="16" name="text-15"/>
          <p:cNvSpPr txBox="1"/>
          <p:nvPr/>
        </p:nvSpPr>
        <p:spPr>
          <a:xfrm rot="60000">
            <a:off x="865707" y="5907987"/>
            <a:ext cx="5613654" cy="52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молекулалық биология немесе биохимия.</a:t>
            </a:r>
            <a:endParaRPr lang="en-US" sz="1500" dirty="0"/>
          </a:p>
        </p:txBody>
      </p:sp>
      <p:sp>
        <p:nvSpPr>
          <p:cNvPr id="17" name="text-16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8" name="shape-17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9" name="text-18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соңында бәріне ортақ нәрсе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8669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ОРТАҚ НЕ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Бәріне ортақ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не</a:t>
            </a:r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?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2095550"/>
            <a:ext cx="5943600" cy="869950"/>
          </a:xfrm>
          <a:prstGeom prst="roundRect">
            <a:avLst>
              <a:gd name="adj" fmla="val 20438"/>
            </a:avLst>
          </a:prstGeom>
          <a:solidFill>
            <a:srgbClr val="0A0A0A"/>
          </a:solidFill>
          <a:ln/>
        </p:spPr>
      </p:sp>
      <p:sp>
        <p:nvSpPr>
          <p:cNvPr id="8" name="text-7"/>
          <p:cNvSpPr txBox="1"/>
          <p:nvPr/>
        </p:nvSpPr>
        <p:spPr>
          <a:xfrm rot="-60000">
            <a:off x="695729" y="2298724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 rot="-60000">
            <a:off x="700329" y="2508284"/>
            <a:ext cx="5788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Бір салаға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терең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кірді.</a:t>
            </a:r>
            <a:endParaRPr lang="en-US" sz="1450" dirty="0"/>
          </a:p>
        </p:txBody>
      </p:sp>
      <p:sp>
        <p:nvSpPr>
          <p:cNvPr id="10" name="shape-9"/>
          <p:cNvSpPr/>
          <p:nvPr/>
        </p:nvSpPr>
        <p:spPr>
          <a:xfrm rot="60000">
            <a:off x="457200" y="3079948"/>
            <a:ext cx="5943600" cy="1123950"/>
          </a:xfrm>
          <a:prstGeom prst="roundRect">
            <a:avLst>
              <a:gd name="adj" fmla="val 158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1" name="text-10"/>
          <p:cNvSpPr txBox="1"/>
          <p:nvPr/>
        </p:nvSpPr>
        <p:spPr>
          <a:xfrm rot="60000">
            <a:off x="703489" y="3283093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-11"/>
          <p:cNvSpPr txBox="1"/>
          <p:nvPr/>
        </p:nvSpPr>
        <p:spPr>
          <a:xfrm rot="60000">
            <a:off x="696671" y="3492683"/>
            <a:ext cx="57886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Білімін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еліне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жұмсады: кен орны, университет, ғылыми институт.</a:t>
            </a:r>
            <a:endParaRPr lang="en-US" sz="1450" dirty="0"/>
          </a:p>
        </p:txBody>
      </p:sp>
      <p:sp>
        <p:nvSpPr>
          <p:cNvPr id="13" name="shape-12"/>
          <p:cNvSpPr/>
          <p:nvPr/>
        </p:nvSpPr>
        <p:spPr>
          <a:xfrm rot="-60000">
            <a:off x="457200" y="4318397"/>
            <a:ext cx="5943600" cy="1123950"/>
          </a:xfrm>
          <a:prstGeom prst="roundRect">
            <a:avLst>
              <a:gd name="adj" fmla="val 15819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 rot="-60000">
            <a:off x="693511" y="4521541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-14"/>
          <p:cNvSpPr txBox="1"/>
          <p:nvPr/>
        </p:nvSpPr>
        <p:spPr>
          <a:xfrm rot="-60000">
            <a:off x="700329" y="4731131"/>
            <a:ext cx="57886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Бір қызығушылықпен шектелмеді: Бөкетов химиямен қатар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кітап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жазды.</a:t>
            </a:r>
            <a:endParaRPr lang="en-US" sz="1450" dirty="0"/>
          </a:p>
        </p:txBody>
      </p:sp>
      <p:sp>
        <p:nvSpPr>
          <p:cNvPr id="16" name="text-15"/>
          <p:cNvSpPr txBox="1"/>
          <p:nvPr/>
        </p:nvSpPr>
        <p:spPr>
          <a:xfrm>
            <a:off x="457200" y="5715744"/>
            <a:ext cx="630021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10"/>
              </a:lnSpc>
              <a:buNone/>
            </a:pPr>
            <a:r>
              <a:rPr lang="en-US" sz="2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Ал сенің портфолиоңда не бар?</a:t>
            </a:r>
            <a:endParaRPr lang="en-US" sz="2600" dirty="0"/>
          </a:p>
        </p:txBody>
      </p:sp>
      <p:sp>
        <p:nvSpPr>
          <p:cNvPr id="17" name="text-16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8" name="shape-17"/>
          <p:cNvSpPr/>
          <p:nvPr/>
        </p:nvSpPr>
        <p:spPr>
          <a:xfrm rot="-180000">
            <a:off x="455712" y="6858000"/>
            <a:ext cx="259080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9" name="text-18"/>
          <p:cNvSpPr txBox="1"/>
          <p:nvPr/>
        </p:nvSpPr>
        <p:spPr>
          <a:xfrm rot="-180000">
            <a:off x="620812" y="6946900"/>
            <a:ext cx="23962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пікірге жаз · сақтап қой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2026-10-27T11:27:54Z</dcterms:created>
  <dcterms:modified xsi:type="dcterms:W3CDTF">2026-10-27T11:27:54Z</dcterms:modified>
</cp:coreProperties>
</file>