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jpe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eg"/><Relationship Id="rId7" Type="http://schemas.openxmlformats.org/officeDocument/2006/relationships/image" Target="../media/image-2-7.jpe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eg"/><Relationship Id="rId5" Type="http://schemas.openxmlformats.org/officeDocument/2006/relationships/image" Target="../media/image-3-5.jpeg"/><Relationship Id="rId6" Type="http://schemas.openxmlformats.org/officeDocument/2006/relationships/image" Target="../media/image-3-6.jpe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8490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690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NYU ABU DHABI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952500"/>
            <a:ext cx="630021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spc="-100" kern="0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отказался</a:t>
            </a:r>
            <a:pPr algn="l" indent="0" marL="0">
              <a:lnSpc>
                <a:spcPts val="3200"/>
              </a:lnSpc>
              <a:buNone/>
            </a:pPr>
            <a:r>
              <a:rPr lang="en-US" sz="3200" b="1" spc="-10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от</a:t>
            </a:r>
            <a:endParaRPr lang="en-US" sz="32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1409700"/>
            <a:ext cx="630021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i="1" spc="-22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170 000 000 ₸</a:t>
            </a:r>
            <a:endParaRPr lang="en-US" sz="7500" dirty="0"/>
          </a:p>
        </p:txBody>
      </p:sp>
      <p:sp>
        <p:nvSpPr>
          <p:cNvPr id="9" name="text-8"/>
          <p:cNvSpPr txBox="1"/>
          <p:nvPr/>
        </p:nvSpPr>
        <p:spPr>
          <a:xfrm>
            <a:off x="455910" y="2476500"/>
            <a:ext cx="535787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Полная стипендия NYU Abu Dhabi на четыре года. Рассказываю, почему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сказал «нет»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500" dirty="0"/>
          </a:p>
        </p:txBody>
      </p:sp>
      <p:sp>
        <p:nvSpPr>
          <p:cNvPr id="10" name="text-9"/>
          <p:cNvSpPr txBox="1"/>
          <p:nvPr/>
        </p:nvSpPr>
        <p:spPr>
          <a:xfrm>
            <a:off x="457200" y="5715000"/>
            <a:ext cx="282702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5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$88 862 в год × 4 года по пакету помощи NYUAD 2026–27, по курсу от 478 ₸ за $1</a:t>
            </a:r>
            <a:endParaRPr lang="en-US" sz="900" dirty="0"/>
          </a:p>
        </p:txBody>
      </p:sp>
      <p:pic>
        <p:nvPicPr>
          <p:cNvPr id="11" name="svg-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3556000"/>
            <a:ext cx="254000" cy="254000"/>
          </a:xfrm>
          <a:prstGeom prst="rect">
            <a:avLst/>
          </a:prstGeom>
        </p:spPr>
      </p:pic>
      <p:pic>
        <p:nvPicPr>
          <p:cNvPr id="12" name="svg-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7175500"/>
            <a:ext cx="190500" cy="1905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4" name="shape-13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5" name="text-14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7" name="shape-16"/>
          <p:cNvSpPr/>
          <p:nvPr/>
        </p:nvSpPr>
        <p:spPr>
          <a:xfrm rot="240000">
            <a:off x="3619500" y="3556000"/>
            <a:ext cx="2794000" cy="4038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8" name="shape-17"/>
          <p:cNvSpPr/>
          <p:nvPr/>
        </p:nvSpPr>
        <p:spPr>
          <a:xfrm rot="60000">
            <a:off x="4742837" y="3459257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9" name="im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3730845" y="3657940"/>
            <a:ext cx="2590800" cy="35560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240000">
            <a:off x="3437157" y="7253634"/>
            <a:ext cx="290576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Абу-Даби, март 2026</a:t>
            </a:r>
            <a:endParaRPr lang="en-US" sz="1500" dirty="0"/>
          </a:p>
        </p:txBody>
      </p:sp>
      <p:sp>
        <p:nvSpPr>
          <p:cNvPr id="21" name="shape-20"/>
          <p:cNvSpPr/>
          <p:nvPr/>
        </p:nvSpPr>
        <p:spPr>
          <a:xfrm rot="-300000">
            <a:off x="381595" y="4064000"/>
            <a:ext cx="20764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300000">
            <a:off x="511131" y="4234147"/>
            <a:ext cx="177800" cy="1778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-300000">
            <a:off x="762112" y="4129131"/>
            <a:ext cx="166255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полная стипендия</a:t>
            </a:r>
            <a:endParaRPr lang="en-US" sz="1350" dirty="0"/>
          </a:p>
        </p:txBody>
      </p:sp>
      <p:sp>
        <p:nvSpPr>
          <p:cNvPr id="24" name="shape-23"/>
          <p:cNvSpPr/>
          <p:nvPr/>
        </p:nvSpPr>
        <p:spPr>
          <a:xfrm rot="180000">
            <a:off x="634107" y="4889500"/>
            <a:ext cx="21780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80000">
            <a:off x="775878" y="4955641"/>
            <a:ext cx="177800" cy="1778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180000">
            <a:off x="1027633" y="4985047"/>
            <a:ext cx="174332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≈ $355 000 · 4 года</a:t>
            </a:r>
            <a:endParaRPr lang="en-US" sz="1350" dirty="0"/>
          </a:p>
        </p:txBody>
      </p:sp>
      <p:sp>
        <p:nvSpPr>
          <p:cNvPr id="27" name="shape-26"/>
          <p:cNvSpPr/>
          <p:nvPr/>
        </p:nvSpPr>
        <p:spPr>
          <a:xfrm rot="-480000">
            <a:off x="1905000" y="33020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480000">
            <a:off x="2051050" y="3448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4922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10971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ПРЕДЫСТОРИЯ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1079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4826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565785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Как я там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оказался?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349" y="6432550"/>
            <a:ext cx="602424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Весной меня позвали в Абу-Даби на Candidate Weekend. В планах было три дня: знакомство со студентами со всего мира, экскурсии по кампусу, общежитиям NYUAD и Абу-Даби, пробные лекции и </a:t>
            </a:r>
            <a:pPr algn="l"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</a:t>
            </a:r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250" dirty="0"/>
          </a:p>
        </p:txBody>
      </p:sp>
      <p:sp>
        <p:nvSpPr>
          <p:cNvPr id="11" name="text-10"/>
          <p:cNvSpPr txBox="1"/>
          <p:nvPr/>
        </p:nvSpPr>
        <p:spPr>
          <a:xfrm>
            <a:off x="457349" y="7175500"/>
            <a:ext cx="602424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 стояло на 28 февраля, в 2 часа дня. Именно тогда всё пошло не по плану.</a:t>
            </a:r>
            <a:endParaRPr lang="en-US" sz="125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180000">
            <a:off x="381000" y="952500"/>
            <a:ext cx="3810000" cy="264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-360000">
            <a:off x="1805454" y="852675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8" name="img-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80000">
            <a:off x="475289" y="1054291"/>
            <a:ext cx="3606800" cy="2159000"/>
          </a:xfrm>
          <a:prstGeom prst="rect">
            <a:avLst/>
          </a:prstGeom>
        </p:spPr>
      </p:pic>
      <p:sp>
        <p:nvSpPr>
          <p:cNvPr id="19" name="text-18"/>
          <p:cNvSpPr txBox="1"/>
          <p:nvPr/>
        </p:nvSpPr>
        <p:spPr>
          <a:xfrm rot="-180000">
            <a:off x="363124" y="3256023"/>
            <a:ext cx="39624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 профессором NYUAD</a:t>
            </a:r>
            <a:endParaRPr lang="en-US" sz="1500" dirty="0"/>
          </a:p>
        </p:txBody>
      </p:sp>
      <p:sp>
        <p:nvSpPr>
          <p:cNvPr id="20" name="shape-19"/>
          <p:cNvSpPr/>
          <p:nvPr/>
        </p:nvSpPr>
        <p:spPr>
          <a:xfrm rot="300000">
            <a:off x="4356100" y="1397000"/>
            <a:ext cx="2095500" cy="25781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1" name="shape-20"/>
          <p:cNvSpPr/>
          <p:nvPr/>
        </p:nvSpPr>
        <p:spPr>
          <a:xfrm rot="120000">
            <a:off x="5101234" y="130020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2" name="im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00000">
            <a:off x="4469876" y="1499132"/>
            <a:ext cx="1892300" cy="20955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300000">
            <a:off x="4219829" y="3634430"/>
            <a:ext cx="217932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моё имя на арабском</a:t>
            </a:r>
            <a:endParaRPr lang="en-US" sz="1500" dirty="0"/>
          </a:p>
        </p:txBody>
      </p:sp>
      <p:sp>
        <p:nvSpPr>
          <p:cNvPr id="24" name="shape-23"/>
          <p:cNvSpPr/>
          <p:nvPr/>
        </p:nvSpPr>
        <p:spPr>
          <a:xfrm rot="-240000">
            <a:off x="444649" y="3810000"/>
            <a:ext cx="21590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240000">
            <a:off x="573604" y="3968677"/>
            <a:ext cx="177800" cy="1778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-240000">
            <a:off x="825339" y="3877341"/>
            <a:ext cx="175006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Candidate Weekend</a:t>
            </a:r>
            <a:endParaRPr lang="en-US" sz="1350" dirty="0"/>
          </a:p>
        </p:txBody>
      </p:sp>
      <p:sp>
        <p:nvSpPr>
          <p:cNvPr id="27" name="shape-26"/>
          <p:cNvSpPr/>
          <p:nvPr/>
        </p:nvSpPr>
        <p:spPr>
          <a:xfrm rot="240000">
            <a:off x="4622105" y="4064000"/>
            <a:ext cx="17907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40000">
            <a:off x="4762737" y="4128566"/>
            <a:ext cx="177800" cy="1778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240000">
            <a:off x="5015496" y="4161759"/>
            <a:ext cx="13327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 дня по плану</a:t>
            </a:r>
            <a:endParaRPr lang="en-US" sz="1350" dirty="0"/>
          </a:p>
        </p:txBody>
      </p:sp>
      <p:sp>
        <p:nvSpPr>
          <p:cNvPr id="30" name="shape-29"/>
          <p:cNvSpPr/>
          <p:nvPr/>
        </p:nvSpPr>
        <p:spPr>
          <a:xfrm rot="-120000">
            <a:off x="2287191" y="4381500"/>
            <a:ext cx="25082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1" name="svg-3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-120000">
            <a:off x="2426325" y="4528457"/>
            <a:ext cx="177800" cy="177800"/>
          </a:xfrm>
          <a:prstGeom prst="rect">
            <a:avLst/>
          </a:prstGeom>
        </p:spPr>
      </p:pic>
      <p:sp>
        <p:nvSpPr>
          <p:cNvPr id="32" name="text-31"/>
          <p:cNvSpPr txBox="1"/>
          <p:nvPr/>
        </p:nvSpPr>
        <p:spPr>
          <a:xfrm rot="-120000">
            <a:off x="2680813" y="4465968"/>
            <a:ext cx="209334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 · 28 февраля</a:t>
            </a:r>
            <a:endParaRPr lang="en-US" sz="1350" dirty="0"/>
          </a:p>
        </p:txBody>
      </p:sp>
      <p:sp>
        <p:nvSpPr>
          <p:cNvPr id="33" name="shape-32"/>
          <p:cNvSpPr/>
          <p:nvPr/>
        </p:nvSpPr>
        <p:spPr>
          <a:xfrm rot="360000">
            <a:off x="3810000" y="3556000"/>
            <a:ext cx="584200" cy="584200"/>
          </a:xfrm>
          <a:prstGeom prst="ellipse">
            <a:avLst/>
          </a:prstGeom>
          <a:solidFill>
            <a:srgbClr val="FAF8F3"/>
          </a:solidFill>
          <a:ln w="19050">
            <a:solidFill>
              <a:srgbClr val="57068C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4" name="svg-3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360000">
            <a:off x="3956050" y="3702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5960" y="406400"/>
            <a:ext cx="15875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160" y="482600"/>
            <a:ext cx="1198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С 28 ФЕВРАЛЯ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8890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9 дней вместо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трёх</a:t>
            </a:r>
            <a:endParaRPr lang="en-US" sz="4600" dirty="0"/>
          </a:p>
        </p:txBody>
      </p:sp>
      <p:sp>
        <p:nvSpPr>
          <p:cNvPr id="8" name="text-7"/>
          <p:cNvSpPr txBox="1"/>
          <p:nvPr/>
        </p:nvSpPr>
        <p:spPr>
          <a:xfrm>
            <a:off x="457349" y="1625600"/>
            <a:ext cx="6024245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Пока я, нервничая, шёл с другом на интервью после пробной лекции, с неба послышались взрывы. Мы подняли головы и увидели ужасное: в голубом небе Абу-Даби тянулся дым от летящих ракет.</a:t>
            </a:r>
            <a:endParaRPr lang="en-US" sz="1250" dirty="0"/>
          </a:p>
        </p:txBody>
      </p:sp>
      <p:sp>
        <p:nvSpPr>
          <p:cNvPr id="9" name="text-8"/>
          <p:cNvSpPr txBox="1"/>
          <p:nvPr/>
        </p:nvSpPr>
        <p:spPr>
          <a:xfrm>
            <a:off x="456059" y="2343150"/>
            <a:ext cx="569442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Началась война США с Ираном, а в ОАЭ стоят американские базы.</a:t>
            </a:r>
            <a:endParaRPr lang="en-US" sz="1250" dirty="0"/>
          </a:p>
        </p:txBody>
      </p:sp>
      <p:sp>
        <p:nvSpPr>
          <p:cNvPr id="10" name="text-9"/>
          <p:cNvSpPr txBox="1"/>
          <p:nvPr/>
        </p:nvSpPr>
        <p:spPr>
          <a:xfrm>
            <a:off x="457349" y="2616200"/>
            <a:ext cx="602424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Домой нас вывезло посольство Казахстана рейсом Шарджа – Алматы. Через месяц пришёл оффер с полной стипендией. </a:t>
            </a:r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от него отказался.</a:t>
            </a:r>
            <a:endParaRPr lang="en-US" sz="125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240000">
            <a:off x="355600" y="3651250"/>
            <a:ext cx="2159000" cy="31623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-15"/>
          <p:cNvSpPr/>
          <p:nvPr/>
        </p:nvSpPr>
        <p:spPr>
          <a:xfrm rot="-420000">
            <a:off x="913826" y="3553440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7" name="img-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40000">
            <a:off x="410684" y="3715044"/>
            <a:ext cx="2032000" cy="27940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240000">
            <a:off x="408319" y="6473651"/>
            <a:ext cx="224536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мой ТГ-канал, 1 марта</a:t>
            </a:r>
            <a:endParaRPr lang="en-US" sz="1500" dirty="0"/>
          </a:p>
        </p:txBody>
      </p:sp>
      <p:sp>
        <p:nvSpPr>
          <p:cNvPr id="19" name="shape-18"/>
          <p:cNvSpPr/>
          <p:nvPr/>
        </p:nvSpPr>
        <p:spPr>
          <a:xfrm rot="180000">
            <a:off x="2984500" y="3587750"/>
            <a:ext cx="3556000" cy="1790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0" name="shape-19"/>
          <p:cNvSpPr/>
          <p:nvPr/>
        </p:nvSpPr>
        <p:spPr>
          <a:xfrm>
            <a:off x="4395280" y="3487342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1" name="img-2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3048000" y="3651250"/>
            <a:ext cx="3429000" cy="1663700"/>
          </a:xfrm>
          <a:prstGeom prst="rect">
            <a:avLst/>
          </a:prstGeom>
        </p:spPr>
      </p:pic>
      <p:sp>
        <p:nvSpPr>
          <p:cNvPr id="22" name="shape-21"/>
          <p:cNvSpPr/>
          <p:nvPr/>
        </p:nvSpPr>
        <p:spPr>
          <a:xfrm rot="-120000">
            <a:off x="4064000" y="5429250"/>
            <a:ext cx="2349500" cy="22479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3" name="shape-22"/>
          <p:cNvSpPr/>
          <p:nvPr/>
        </p:nvSpPr>
        <p:spPr>
          <a:xfrm rot="-300000">
            <a:off x="4787661" y="532831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4" name="img-2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20000">
            <a:off x="4123289" y="5492823"/>
            <a:ext cx="2222500" cy="1879600"/>
          </a:xfrm>
          <a:prstGeom prst="rect">
            <a:avLst/>
          </a:prstGeom>
        </p:spPr>
      </p:pic>
      <p:sp>
        <p:nvSpPr>
          <p:cNvPr id="25" name="text-24"/>
          <p:cNvSpPr txBox="1"/>
          <p:nvPr/>
        </p:nvSpPr>
        <p:spPr>
          <a:xfrm rot="-120000">
            <a:off x="4049033" y="7340041"/>
            <a:ext cx="244348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посольство</a:t>
            </a:r>
            <a:endParaRPr lang="en-US" sz="1500" dirty="0"/>
          </a:p>
        </p:txBody>
      </p:sp>
      <p:sp>
        <p:nvSpPr>
          <p:cNvPr id="26" name="shape-25"/>
          <p:cNvSpPr/>
          <p:nvPr/>
        </p:nvSpPr>
        <p:spPr>
          <a:xfrm rot="-240000">
            <a:off x="444450" y="7302500"/>
            <a:ext cx="25844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240000">
            <a:off x="574122" y="7476002"/>
            <a:ext cx="177800" cy="177800"/>
          </a:xfrm>
          <a:prstGeom prst="rect">
            <a:avLst/>
          </a:prstGeom>
        </p:spPr>
      </p:pic>
      <p:sp>
        <p:nvSpPr>
          <p:cNvPr id="28" name="text-27"/>
          <p:cNvSpPr txBox="1"/>
          <p:nvPr/>
        </p:nvSpPr>
        <p:spPr>
          <a:xfrm rot="-240000">
            <a:off x="825141" y="7369841"/>
            <a:ext cx="220103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эвакуация посольством</a:t>
            </a:r>
            <a:endParaRPr lang="en-US" sz="1350" dirty="0"/>
          </a:p>
        </p:txBody>
      </p:sp>
      <p:sp>
        <p:nvSpPr>
          <p:cNvPr id="29" name="shape-28"/>
          <p:cNvSpPr/>
          <p:nvPr/>
        </p:nvSpPr>
        <p:spPr>
          <a:xfrm rot="-300000">
            <a:off x="2094012" y="6826250"/>
            <a:ext cx="21907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0" name="svg-2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00000">
            <a:off x="2238493" y="7012790"/>
            <a:ext cx="177800" cy="177800"/>
          </a:xfrm>
          <a:prstGeom prst="rect">
            <a:avLst/>
          </a:prstGeom>
        </p:spPr>
      </p:pic>
      <p:sp>
        <p:nvSpPr>
          <p:cNvPr id="31" name="text-30"/>
          <p:cNvSpPr txBox="1"/>
          <p:nvPr/>
        </p:nvSpPr>
        <p:spPr>
          <a:xfrm rot="-300000">
            <a:off x="2487229" y="6904081"/>
            <a:ext cx="175679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Шарджа → Алматы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1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1079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500" y="43815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4666456"/>
            <a:ext cx="6300216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видел, как всё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началось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6036667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Война началась буквально над моей головой. Жить четыре года рядом с этим я не захотел, несмотря на исключительные гарантии безопасности.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6872089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знакомые, которые туда поступили, всё равно поехали учиться. У них всё отлично, они проживают лучшую студенческую жизнь. Всё-таки каждый решает за себя.</a:t>
            </a:r>
            <a:endParaRPr lang="en-US" sz="14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240000">
            <a:off x="3302000" y="889000"/>
            <a:ext cx="2984500" cy="355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60000">
            <a:off x="4503755" y="79166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8" name="text-17"/>
          <p:cNvSpPr txBox="1"/>
          <p:nvPr/>
        </p:nvSpPr>
        <p:spPr>
          <a:xfrm rot="240000">
            <a:off x="3847385" y="762306"/>
            <a:ext cx="2026031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0"/>
              </a:lnSpc>
              <a:buNone/>
            </a:pPr>
            <a:r>
              <a:rPr lang="en-US" sz="28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</a:t>
            </a:r>
            <a:endParaRPr lang="en-US" sz="28000" dirty="0"/>
          </a:p>
        </p:txBody>
      </p:sp>
      <p:sp>
        <p:nvSpPr>
          <p:cNvPr id="19" name="shape-18"/>
          <p:cNvSpPr/>
          <p:nvPr/>
        </p:nvSpPr>
        <p:spPr>
          <a:xfrm rot="-300000">
            <a:off x="406152" y="1587500"/>
            <a:ext cx="23749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300000">
            <a:off x="537096" y="1770580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-300000">
            <a:off x="786669" y="1652631"/>
            <a:ext cx="197891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обстановка в регионе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180000">
            <a:off x="635149" y="2540000"/>
            <a:ext cx="30289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776462" y="2583820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180000">
            <a:off x="1028675" y="2635547"/>
            <a:ext cx="264528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знакомые всё равно поехали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508843" y="3554809"/>
            <a:ext cx="127889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и это</a:t>
            </a:r>
            <a:endParaRPr lang="en-US" sz="1800" dirty="0"/>
          </a:p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нормально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3289300" y="29845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3435350" y="31305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206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0" y="5461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889000"/>
            <a:ext cx="6300216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Родители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переживали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2259211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Мама и папа, братья и женгешки, все родственники и друзья очень боялись за меня. Я мог настоять на своём и полететь, но не стал: их спокойствие оказалось для меня важнее.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3094633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Со стороны это выглядит так, будто я просто послушался родителей и отказался от гранта всей своей жизни. Но дочитай до четвёртой причины.</a:t>
            </a:r>
            <a:endParaRPr lang="en-US" sz="14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240000">
            <a:off x="508000" y="4127500"/>
            <a:ext cx="2984500" cy="355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-420000">
            <a:off x="1465245" y="403016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8" name="text-17"/>
          <p:cNvSpPr txBox="1"/>
          <p:nvPr/>
        </p:nvSpPr>
        <p:spPr>
          <a:xfrm rot="-240000">
            <a:off x="1035666" y="4000813"/>
            <a:ext cx="2026031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0"/>
              </a:lnSpc>
              <a:buNone/>
            </a:pPr>
            <a:r>
              <a:rPr lang="en-US" sz="28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</a:t>
            </a:r>
            <a:endParaRPr lang="en-US" sz="28000" dirty="0"/>
          </a:p>
        </p:txBody>
      </p:sp>
      <p:sp>
        <p:nvSpPr>
          <p:cNvPr id="19" name="shape-18"/>
          <p:cNvSpPr/>
          <p:nvPr/>
        </p:nvSpPr>
        <p:spPr>
          <a:xfrm rot="300000">
            <a:off x="4311104" y="5213350"/>
            <a:ext cx="21653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00000">
            <a:off x="4440859" y="5236183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300000">
            <a:off x="4691621" y="5300619"/>
            <a:ext cx="175679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спокойствие семьи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-180000">
            <a:off x="4381550" y="6076950"/>
            <a:ext cx="19050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180000">
            <a:off x="4522291" y="6225958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-180000">
            <a:off x="4775076" y="6159203"/>
            <a:ext cx="145389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не стал спорить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4828397" y="6979841"/>
            <a:ext cx="152120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дочитай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до причины 4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2984500" y="40513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3130550" y="41973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3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1079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500" y="43815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5499497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не увидел там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себя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6288088"/>
            <a:ext cx="624636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Когда подавался, я, как и многие, смотрел на две вещи: престиж и стипендию. В Абу-Даби понял, что этого </a:t>
            </a:r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мало</a:t>
            </a:r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6872089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Мне понравились люди и культура. Ребята там классные, живые, необычные. Но представить себя там через четыре года я так и не смог. И жару после карагандинских снегопадов я тоже не полюбил.</a:t>
            </a:r>
            <a:endParaRPr lang="en-US" sz="14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240000">
            <a:off x="3302000" y="889000"/>
            <a:ext cx="2984500" cy="355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60000">
            <a:off x="4503755" y="79166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8" name="text-17"/>
          <p:cNvSpPr txBox="1"/>
          <p:nvPr/>
        </p:nvSpPr>
        <p:spPr>
          <a:xfrm rot="240000">
            <a:off x="3847385" y="762306"/>
            <a:ext cx="2026031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0"/>
              </a:lnSpc>
              <a:buNone/>
            </a:pPr>
            <a:r>
              <a:rPr lang="en-US" sz="28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3</a:t>
            </a:r>
            <a:endParaRPr lang="en-US" sz="28000" dirty="0"/>
          </a:p>
        </p:txBody>
      </p:sp>
      <p:sp>
        <p:nvSpPr>
          <p:cNvPr id="19" name="shape-18"/>
          <p:cNvSpPr/>
          <p:nvPr/>
        </p:nvSpPr>
        <p:spPr>
          <a:xfrm rot="-300000">
            <a:off x="407442" y="1587500"/>
            <a:ext cx="23368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300000">
            <a:off x="537029" y="1769032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-300000">
            <a:off x="787959" y="1652631"/>
            <a:ext cx="193852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престиж ≠ моё место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180000">
            <a:off x="634851" y="2540000"/>
            <a:ext cx="15303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775435" y="2623051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180000">
            <a:off x="1028377" y="2635547"/>
            <a:ext cx="105676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+35° не моё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508198" y="3554809"/>
            <a:ext cx="155486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но люди там</a:t>
            </a:r>
            <a:endParaRPr lang="en-US" sz="1800" dirty="0"/>
          </a:p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прекрасные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3289300" y="29845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3435350" y="31305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4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206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0" y="5461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8890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умею учиться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сам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1675606"/>
            <a:ext cx="6246368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 конце 12 класса я заметил простую вещь. Всё, чего я добился, я выучил сам: химию, математику, историю, SAT, IELTS, даже бодибилдинг. Я уверен, что могу научиться чему угодно. Поэтому для меня название университета было не главным.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2759869"/>
            <a:ext cx="6246368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Конечно, хороший университет помогает: NYUAD дал бы много знакомств, возможностей и знаний. Но если место не твоё, семья переживает, а риск снова оказаться в такой ситуации реален, </a:t>
            </a:r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ехать не было смысла</a:t>
            </a:r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4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240000">
            <a:off x="508000" y="4127500"/>
            <a:ext cx="2984500" cy="355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-420000">
            <a:off x="1465245" y="403016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8" name="text-17"/>
          <p:cNvSpPr txBox="1"/>
          <p:nvPr/>
        </p:nvSpPr>
        <p:spPr>
          <a:xfrm rot="-240000">
            <a:off x="1035666" y="4000813"/>
            <a:ext cx="2026031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0"/>
              </a:lnSpc>
              <a:buNone/>
            </a:pPr>
            <a:r>
              <a:rPr lang="en-US" sz="28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4</a:t>
            </a:r>
            <a:endParaRPr lang="en-US" sz="28000" dirty="0"/>
          </a:p>
        </p:txBody>
      </p:sp>
      <p:sp>
        <p:nvSpPr>
          <p:cNvPr id="19" name="shape-18"/>
          <p:cNvSpPr/>
          <p:nvPr/>
        </p:nvSpPr>
        <p:spPr>
          <a:xfrm rot="300000">
            <a:off x="5118001" y="5213350"/>
            <a:ext cx="13589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00000">
            <a:off x="5246666" y="5271365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300000">
            <a:off x="5498517" y="5300619"/>
            <a:ext cx="90195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учусь сам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-180000">
            <a:off x="4916388" y="6076950"/>
            <a:ext cx="13716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180000">
            <a:off x="5058201" y="6211925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-180000">
            <a:off x="5309914" y="6159203"/>
            <a:ext cx="888492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майндсет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4103384" y="6724848"/>
            <a:ext cx="2248154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вот почему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это не «послушный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мальчик»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2984500" y="40513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3130550" y="41973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0223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ЧЕСТНО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8890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4826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608607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 мой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выбор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6872089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 там учатся, и у них всё отлично. Если NYUAD тебе подходит, подавайся. Главное, выбирай место, где видишь себя через четыре года.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120000">
            <a:off x="508000" y="1079698"/>
            <a:ext cx="5842000" cy="2025650"/>
          </a:xfrm>
          <a:prstGeom prst="roundRect">
            <a:avLst>
              <a:gd name="adj" fmla="val 9404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text-15"/>
          <p:cNvSpPr txBox="1"/>
          <p:nvPr/>
        </p:nvSpPr>
        <p:spPr>
          <a:xfrm rot="-120000">
            <a:off x="883570" y="1435393"/>
            <a:ext cx="5384800" cy="100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5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NYUAD правда крутой университет.</a:t>
            </a:r>
            <a:endParaRPr lang="en-US" sz="3800" dirty="0"/>
          </a:p>
        </p:txBody>
      </p:sp>
      <p:sp>
        <p:nvSpPr>
          <p:cNvPr id="17" name="text-16"/>
          <p:cNvSpPr txBox="1"/>
          <p:nvPr/>
        </p:nvSpPr>
        <p:spPr>
          <a:xfrm rot="-120000">
            <a:off x="909395" y="2603541"/>
            <a:ext cx="53848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ЗНАЮ ТЕХ, КТО ТАМ УЧИТСЯ</a:t>
            </a:r>
            <a:endParaRPr lang="en-US" sz="900" dirty="0"/>
          </a:p>
        </p:txBody>
      </p:sp>
      <p:sp>
        <p:nvSpPr>
          <p:cNvPr id="18" name="shape-17"/>
          <p:cNvSpPr/>
          <p:nvPr/>
        </p:nvSpPr>
        <p:spPr>
          <a:xfrm rot="-240000">
            <a:off x="445840" y="4191000"/>
            <a:ext cx="27368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586980" y="4381729"/>
            <a:ext cx="177800" cy="1778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-240000">
            <a:off x="839230" y="4271041"/>
            <a:ext cx="233565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 учатся там</a:t>
            </a:r>
            <a:endParaRPr lang="en-US" sz="1350" dirty="0"/>
          </a:p>
        </p:txBody>
      </p:sp>
      <p:sp>
        <p:nvSpPr>
          <p:cNvPr id="21" name="shape-20"/>
          <p:cNvSpPr/>
          <p:nvPr/>
        </p:nvSpPr>
        <p:spPr>
          <a:xfrm rot="240000">
            <a:off x="4280098" y="4064000"/>
            <a:ext cx="21336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0000">
            <a:off x="4409369" y="4103083"/>
            <a:ext cx="177800" cy="1778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240000">
            <a:off x="4660789" y="4149059"/>
            <a:ext cx="17231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 у них всё хорошо</a:t>
            </a:r>
            <a:endParaRPr lang="en-US" sz="1350" dirty="0"/>
          </a:p>
        </p:txBody>
      </p:sp>
      <p:sp>
        <p:nvSpPr>
          <p:cNvPr id="24" name="shape-23"/>
          <p:cNvSpPr/>
          <p:nvPr/>
        </p:nvSpPr>
        <p:spPr>
          <a:xfrm rot="480000">
            <a:off x="2984500" y="4826000"/>
            <a:ext cx="584200" cy="584200"/>
          </a:xfrm>
          <a:prstGeom prst="ellipse">
            <a:avLst/>
          </a:prstGeom>
          <a:solidFill>
            <a:srgbClr val="FAF8F3"/>
          </a:solidFill>
          <a:ln w="19050">
            <a:solidFill>
              <a:srgbClr val="57068C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480000">
            <a:off x="3130550" y="4972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0223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ДАЛЬШЕ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9525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Этому я 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учу</a:t>
            </a:r>
            <a:endParaRPr lang="en-US" sz="4600" dirty="0"/>
          </a:p>
        </p:txBody>
      </p:sp>
      <p:sp>
        <p:nvSpPr>
          <p:cNvPr id="8" name="text-7"/>
          <p:cNvSpPr txBox="1"/>
          <p:nvPr/>
        </p:nvSpPr>
        <p:spPr>
          <a:xfrm>
            <a:off x="457845" y="1738511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Умение учиться самому дало мне больше, чем любой оффер. Этому я учу на занятиях по SAT Verbal и химии, онлайн и без спешки. Начнём с бесплатной консультации.</a:t>
            </a:r>
            <a:endParaRPr lang="en-US" sz="1400" dirty="0"/>
          </a:p>
        </p:txBody>
      </p:sp>
      <p:pic>
        <p:nvPicPr>
          <p:cNvPr id="9" name="svg-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3810000"/>
            <a:ext cx="254000" cy="254000"/>
          </a:xfrm>
          <a:prstGeom prst="rect">
            <a:avLst/>
          </a:prstGeom>
        </p:spPr>
      </p:pic>
      <p:pic>
        <p:nvPicPr>
          <p:cNvPr id="10" name="svg-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500" y="7493000"/>
            <a:ext cx="190500" cy="190500"/>
          </a:xfrm>
          <a:prstGeom prst="rect">
            <a:avLst/>
          </a:prstGeom>
        </p:spPr>
      </p:pic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4711700" y="7893050"/>
            <a:ext cx="168910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4851400" y="796925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ПИШИ В TELEGRAM</a:t>
            </a:r>
            <a:endParaRPr lang="en-US" sz="1000" dirty="0"/>
          </a:p>
        </p:txBody>
      </p:sp>
      <p:sp>
        <p:nvSpPr>
          <p:cNvPr id="14" name="shape-13"/>
          <p:cNvSpPr/>
          <p:nvPr/>
        </p:nvSpPr>
        <p:spPr>
          <a:xfrm rot="480000">
            <a:off x="5702300" y="3556000"/>
            <a:ext cx="584200" cy="584200"/>
          </a:xfrm>
          <a:prstGeom prst="ellipse">
            <a:avLst/>
          </a:prstGeom>
          <a:solidFill>
            <a:srgbClr val="FAF8F3"/>
          </a:solidFill>
          <a:ln w="19050">
            <a:solidFill>
              <a:srgbClr val="57068C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5848350" y="3702050"/>
            <a:ext cx="292100" cy="2921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120000">
            <a:off x="508000" y="4064298"/>
            <a:ext cx="5842000" cy="2279650"/>
          </a:xfrm>
          <a:prstGeom prst="roundRect">
            <a:avLst>
              <a:gd name="adj" fmla="val 8357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text-16"/>
          <p:cNvSpPr txBox="1"/>
          <p:nvPr/>
        </p:nvSpPr>
        <p:spPr>
          <a:xfrm rot="-120000">
            <a:off x="811153" y="4356572"/>
            <a:ext cx="549249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БЕСПЛАТНО · 20 МИНУТ · ОНЛАЙН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-120000">
            <a:off x="831108" y="4578771"/>
            <a:ext cx="5492496" cy="84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0"/>
              </a:lnSpc>
              <a:buNone/>
            </a:pPr>
            <a:r>
              <a:rPr lang="en-US" sz="32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 минут, чтобы понять, с чего начать</a:t>
            </a:r>
            <a:endParaRPr lang="en-US" sz="3200" dirty="0"/>
          </a:p>
        </p:txBody>
      </p:sp>
      <p:sp>
        <p:nvSpPr>
          <p:cNvPr id="19" name="shape-18"/>
          <p:cNvSpPr/>
          <p:nvPr/>
        </p:nvSpPr>
        <p:spPr>
          <a:xfrm rot="-120000">
            <a:off x="861987" y="5647790"/>
            <a:ext cx="1765300" cy="4635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/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20000">
            <a:off x="1026226" y="5806076"/>
            <a:ext cx="190500" cy="1905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-120000">
            <a:off x="1293706" y="5744736"/>
            <a:ext cx="1238504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@nurzycom</a:t>
            </a:r>
            <a:endParaRPr lang="en-US" sz="1600" dirty="0"/>
          </a:p>
        </p:txBody>
      </p:sp>
      <p:sp>
        <p:nvSpPr>
          <p:cNvPr id="22" name="shape-21"/>
          <p:cNvSpPr/>
          <p:nvPr/>
        </p:nvSpPr>
        <p:spPr>
          <a:xfrm rot="-240000">
            <a:off x="445046" y="6604000"/>
            <a:ext cx="14224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240000">
            <a:off x="585377" y="6748828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-240000">
            <a:off x="838436" y="6684041"/>
            <a:ext cx="94234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Verbal</a:t>
            </a:r>
            <a:endParaRPr lang="en-US" sz="1350" dirty="0"/>
          </a:p>
        </p:txBody>
      </p:sp>
      <p:sp>
        <p:nvSpPr>
          <p:cNvPr id="25" name="shape-24"/>
          <p:cNvSpPr/>
          <p:nvPr/>
        </p:nvSpPr>
        <p:spPr>
          <a:xfrm rot="240000">
            <a:off x="3748038" y="6731000"/>
            <a:ext cx="26670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6" name="svg-2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40000">
            <a:off x="3891963" y="6765158"/>
            <a:ext cx="177800" cy="1778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240000">
            <a:off x="4141429" y="6828759"/>
            <a:ext cx="22616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химия: IBDP · A-level · вуз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2026-10-14T07:42:05Z</dcterms:created>
  <dcterms:modified xsi:type="dcterms:W3CDTF">2026-10-14T07:42:05Z</dcterms:modified>
</cp:coreProperties>
</file>