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image" Target="../media/image-2-7.jpe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292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УЧЕНИК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2500"/>
            <a:ext cx="630021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spc="-34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1300 → </a:t>
            </a:r>
            <a:pPr algn="l" indent="0" marL="0">
              <a:lnSpc>
                <a:spcPts val="7500"/>
              </a:lnSpc>
              <a:buNone/>
            </a:pPr>
            <a:r>
              <a:rPr lang="en-US" sz="8400" i="1" spc="-17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1580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002" y="2139950"/>
            <a:ext cx="61588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Это Юсуф, мой первый ученик и близкий друг. Вот как вырос его SAT.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150000">
            <a:off x="762000" y="3175000"/>
            <a:ext cx="5207000" cy="4076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1950000">
            <a:off x="422463" y="316648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shape-9"/>
          <p:cNvSpPr/>
          <p:nvPr/>
        </p:nvSpPr>
        <p:spPr>
          <a:xfrm rot="1410000">
            <a:off x="5206360" y="2970327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shape-10"/>
          <p:cNvSpPr/>
          <p:nvPr/>
        </p:nvSpPr>
        <p:spPr>
          <a:xfrm rot="-150000">
            <a:off x="869929" y="3289439"/>
            <a:ext cx="4978400" cy="3556000"/>
          </a:xfrm>
          <a:prstGeom prst="rect">
            <a:avLst/>
          </a:prstGeom>
          <a:solidFill>
            <a:srgbClr val="D5D5D4"/>
          </a:solidFill>
          <a:ln/>
        </p:spPr>
      </p:sp>
      <p:pic>
        <p:nvPicPr>
          <p:cNvPr id="12" name="img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50000">
            <a:off x="869929" y="3289439"/>
            <a:ext cx="4978400" cy="3556000"/>
          </a:xfrm>
          <a:prstGeom prst="rect">
            <a:avLst/>
          </a:prstGeom>
        </p:spPr>
      </p:pic>
      <p:sp>
        <p:nvSpPr>
          <p:cNvPr id="13" name="text-12"/>
          <p:cNvSpPr txBox="1"/>
          <p:nvPr/>
        </p:nvSpPr>
        <p:spPr>
          <a:xfrm rot="-150000">
            <a:off x="736523" y="6868984"/>
            <a:ext cx="5415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Юсуф</a:t>
            </a:r>
            <a:endParaRPr lang="en-US" sz="1700" dirty="0"/>
          </a:p>
        </p:txBody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2794000"/>
            <a:ext cx="279400" cy="279400"/>
          </a:xfrm>
          <a:prstGeom prst="rect">
            <a:avLst/>
          </a:prstGeom>
        </p:spPr>
      </p:pic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7683500"/>
            <a:ext cx="190500" cy="1905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7" name="shape-16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8" name="text-17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9" name="svg-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0" name="shape-19"/>
          <p:cNvSpPr/>
          <p:nvPr/>
        </p:nvSpPr>
        <p:spPr>
          <a:xfrm rot="360000">
            <a:off x="4699645" y="2984500"/>
            <a:ext cx="180340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0000">
            <a:off x="4856234" y="3027989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360000">
            <a:off x="5130680" y="3088003"/>
            <a:ext cx="12923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+280 баллов</a:t>
            </a:r>
            <a:endParaRPr lang="en-US" sz="1500" dirty="0"/>
          </a:p>
        </p:txBody>
      </p:sp>
      <p:sp>
        <p:nvSpPr>
          <p:cNvPr id="23" name="shape-22"/>
          <p:cNvSpPr/>
          <p:nvPr/>
        </p:nvSpPr>
        <p:spPr>
          <a:xfrm rot="-240000">
            <a:off x="407095" y="7048500"/>
            <a:ext cx="2305050" cy="450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40000">
            <a:off x="573660" y="7234165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-240000">
            <a:off x="851254" y="7140355"/>
            <a:ext cx="17971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&gt;99-й перцентиль</a:t>
            </a:r>
            <a:endParaRPr lang="en-US" sz="1500" dirty="0"/>
          </a:p>
        </p:txBody>
      </p:sp>
      <p:sp>
        <p:nvSpPr>
          <p:cNvPr id="26" name="text-25"/>
          <p:cNvSpPr txBox="1"/>
          <p:nvPr/>
        </p:nvSpPr>
        <p:spPr>
          <a:xfrm rot="-180000">
            <a:off x="4064149" y="7301309"/>
            <a:ext cx="197218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 его разрешения,</a:t>
            </a:r>
            <a:endParaRPr lang="en-US" sz="1800" dirty="0"/>
          </a:p>
          <a:p>
            <a:pPr algn="l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конечно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639" y="40640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839" y="482600"/>
            <a:ext cx="1292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ЯНВАРЬ → ИЮНЬ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889000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Было и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стало</a:t>
            </a:r>
            <a:endParaRPr lang="en-US" sz="46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095500"/>
            <a:ext cx="279400" cy="279400"/>
          </a:xfrm>
          <a:prstGeom prst="rect">
            <a:avLst/>
          </a:prstGeom>
        </p:spPr>
      </p:pic>
      <p:pic>
        <p:nvPicPr>
          <p:cNvPr id="8" name="svg-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7683500"/>
            <a:ext cx="190500" cy="190500"/>
          </a:xfrm>
          <a:prstGeom prst="rect">
            <a:avLst/>
          </a:prstGeom>
        </p:spPr>
      </p:pic>
      <p:sp>
        <p:nvSpPr>
          <p:cNvPr id="9" name="text-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0" name="shape-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1" name="text-1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2" name="svg-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3" name="shape-12"/>
          <p:cNvSpPr/>
          <p:nvPr/>
        </p:nvSpPr>
        <p:spPr>
          <a:xfrm rot="-180000">
            <a:off x="355600" y="1841698"/>
            <a:ext cx="3937000" cy="284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shape-13"/>
          <p:cNvSpPr/>
          <p:nvPr/>
        </p:nvSpPr>
        <p:spPr>
          <a:xfrm rot="-420000">
            <a:off x="1774726" y="172911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5" name="img-1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80000">
            <a:off x="451550" y="1943446"/>
            <a:ext cx="3733800" cy="24257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80000">
            <a:off x="522680" y="4443682"/>
            <a:ext cx="395782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spc="12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ПРОБНЫЙ ТЕСТ BLUEBOOK · 10.01.2026</a:t>
            </a:r>
            <a:endParaRPr lang="en-US" sz="850" dirty="0"/>
          </a:p>
        </p:txBody>
      </p:sp>
      <p:sp>
        <p:nvSpPr>
          <p:cNvPr id="17" name="shape-16"/>
          <p:cNvSpPr/>
          <p:nvPr/>
        </p:nvSpPr>
        <p:spPr>
          <a:xfrm rot="120000">
            <a:off x="2108200" y="4698702"/>
            <a:ext cx="4445000" cy="2895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8" name="shape-17"/>
          <p:cNvSpPr/>
          <p:nvPr/>
        </p:nvSpPr>
        <p:spPr>
          <a:xfrm rot="-120000">
            <a:off x="3904081" y="458556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9" name="img-1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2213567" y="4800368"/>
            <a:ext cx="4241800" cy="2476500"/>
          </a:xfrm>
          <a:prstGeom prst="rect">
            <a:avLst/>
          </a:prstGeom>
        </p:spPr>
      </p:pic>
      <p:sp>
        <p:nvSpPr>
          <p:cNvPr id="20" name="text-19"/>
          <p:cNvSpPr txBox="1"/>
          <p:nvPr/>
        </p:nvSpPr>
        <p:spPr>
          <a:xfrm rot="120000">
            <a:off x="2165266" y="7351928"/>
            <a:ext cx="449630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spc="12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ОФИЦИАЛЬНЫЙ SAT · 06.06.2026</a:t>
            </a:r>
            <a:endParaRPr lang="en-US" sz="850" dirty="0"/>
          </a:p>
        </p:txBody>
      </p:sp>
      <p:sp>
        <p:nvSpPr>
          <p:cNvPr id="21" name="shape-20"/>
          <p:cNvSpPr/>
          <p:nvPr/>
        </p:nvSpPr>
        <p:spPr>
          <a:xfrm rot="300000">
            <a:off x="4330700" y="2159000"/>
            <a:ext cx="220980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00000">
            <a:off x="4486338" y="2195964"/>
            <a:ext cx="203200" cy="203200"/>
          </a:xfrm>
          <a:prstGeom prst="rect">
            <a:avLst/>
          </a:prstGeom>
        </p:spPr>
      </p:pic>
      <p:sp>
        <p:nvSpPr>
          <p:cNvPr id="23" name="text-22"/>
          <p:cNvSpPr txBox="1"/>
          <p:nvPr/>
        </p:nvSpPr>
        <p:spPr>
          <a:xfrm rot="300000">
            <a:off x="4761968" y="2260076"/>
            <a:ext cx="17231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Verbal 620 → 780</a:t>
            </a:r>
            <a:endParaRPr lang="en-US" sz="1500" dirty="0"/>
          </a:p>
        </p:txBody>
      </p:sp>
      <p:sp>
        <p:nvSpPr>
          <p:cNvPr id="24" name="shape-23"/>
          <p:cNvSpPr/>
          <p:nvPr/>
        </p:nvSpPr>
        <p:spPr>
          <a:xfrm rot="-180000">
            <a:off x="4272707" y="3175000"/>
            <a:ext cx="2139950" cy="450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80000">
            <a:off x="4438065" y="3340909"/>
            <a:ext cx="203200" cy="2032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-180000">
            <a:off x="4717015" y="3269289"/>
            <a:ext cx="1622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Math 680 → 800</a:t>
            </a:r>
            <a:endParaRPr lang="en-US" sz="1500" dirty="0"/>
          </a:p>
        </p:txBody>
      </p:sp>
      <p:sp>
        <p:nvSpPr>
          <p:cNvPr id="27" name="text-26"/>
          <p:cNvSpPr txBox="1"/>
          <p:nvPr/>
        </p:nvSpPr>
        <p:spPr>
          <a:xfrm rot="-240000">
            <a:off x="379611" y="5588992"/>
            <a:ext cx="1447165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6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1300 был</a:t>
            </a:r>
            <a:endParaRPr lang="en-US" sz="160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6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пробником.</a:t>
            </a:r>
            <a:endParaRPr lang="en-US" sz="160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6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1580 уже</a:t>
            </a:r>
            <a:endParaRPr lang="en-US" sz="160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6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официальный.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19621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159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МАРТ–МАЙ · УРОКИ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2500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это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было</a:t>
            </a:r>
            <a:endParaRPr lang="en-US" sz="46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1816695"/>
            <a:ext cx="630021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 январе Юсуф написал пробник на 1300. В марте мы начали заниматься, до экзамена оставалось три месяца.</a:t>
            </a:r>
            <a:endParaRPr lang="en-US" sz="1700" dirty="0"/>
          </a:p>
        </p:txBody>
      </p:sp>
      <p:sp>
        <p:nvSpPr>
          <p:cNvPr id="8" name="text-7"/>
          <p:cNvSpPr txBox="1"/>
          <p:nvPr/>
        </p:nvSpPr>
        <p:spPr>
          <a:xfrm>
            <a:off x="457200" y="2535436"/>
            <a:ext cx="630021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Занимались в основном Verbal, немного Math. Ещё больше он работал сам, каждый день.</a:t>
            </a:r>
            <a:endParaRPr lang="en-US" sz="1700" dirty="0"/>
          </a:p>
        </p:txBody>
      </p:sp>
      <p:sp>
        <p:nvSpPr>
          <p:cNvPr id="9" name="text-8"/>
          <p:cNvSpPr txBox="1"/>
          <p:nvPr/>
        </p:nvSpPr>
        <p:spPr>
          <a:xfrm>
            <a:off x="457200" y="3254177"/>
            <a:ext cx="630021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1580 это его труд. Я рад, что был рядом. С прошлого года я помогаю ему и с поступлением в университеты.</a:t>
            </a:r>
            <a:endParaRPr lang="en-US" sz="1700" dirty="0"/>
          </a:p>
        </p:txBody>
      </p:sp>
      <p:sp>
        <p:nvSpPr>
          <p:cNvPr id="10" name="shape-9"/>
          <p:cNvSpPr/>
          <p:nvPr/>
        </p:nvSpPr>
        <p:spPr>
          <a:xfrm rot="-180000">
            <a:off x="455811" y="4699000"/>
            <a:ext cx="2736850" cy="450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1" name="svg-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623808" y="4880412"/>
            <a:ext cx="203200" cy="203200"/>
          </a:xfrm>
          <a:prstGeom prst="rect">
            <a:avLst/>
          </a:prstGeom>
        </p:spPr>
      </p:pic>
      <p:sp>
        <p:nvSpPr>
          <p:cNvPr id="12" name="text-11"/>
          <p:cNvSpPr txBox="1"/>
          <p:nvPr/>
        </p:nvSpPr>
        <p:spPr>
          <a:xfrm rot="-180000">
            <a:off x="900119" y="4793289"/>
            <a:ext cx="2254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январь · пробник 1300</a:t>
            </a:r>
            <a:endParaRPr lang="en-US" sz="1500" dirty="0"/>
          </a:p>
        </p:txBody>
      </p:sp>
      <p:sp>
        <p:nvSpPr>
          <p:cNvPr id="13" name="shape-12"/>
          <p:cNvSpPr/>
          <p:nvPr/>
        </p:nvSpPr>
        <p:spPr>
          <a:xfrm rot="120000">
            <a:off x="1408509" y="5289550"/>
            <a:ext cx="2247900" cy="450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575321" y="5383499"/>
            <a:ext cx="203200" cy="2032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 rot="120000">
            <a:off x="1852924" y="5396025"/>
            <a:ext cx="17365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март–май · уроки</a:t>
            </a:r>
            <a:endParaRPr lang="en-US" sz="1500" dirty="0"/>
          </a:p>
        </p:txBody>
      </p:sp>
      <p:sp>
        <p:nvSpPr>
          <p:cNvPr id="16" name="shape-15"/>
          <p:cNvSpPr/>
          <p:nvPr/>
        </p:nvSpPr>
        <p:spPr>
          <a:xfrm rot="-120000">
            <a:off x="2362002" y="5880100"/>
            <a:ext cx="222885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7" name="svg-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2515124" y="6021246"/>
            <a:ext cx="203200" cy="20320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-120000">
            <a:off x="2793716" y="5964125"/>
            <a:ext cx="17433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 июня · SAT 1580</a:t>
            </a:r>
            <a:endParaRPr lang="en-US" sz="1500" dirty="0"/>
          </a:p>
        </p:txBody>
      </p:sp>
      <p:pic>
        <p:nvPicPr>
          <p:cNvPr id="19" name="svg-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9600" y="4826000"/>
            <a:ext cx="279400" cy="279400"/>
          </a:xfrm>
          <a:prstGeom prst="rect">
            <a:avLst/>
          </a:prstGeom>
        </p:spPr>
      </p:pic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1000" y="6985000"/>
            <a:ext cx="190500" cy="1905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-180000">
            <a:off x="2096046" y="6793210"/>
            <a:ext cx="34664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пять месяцев от пробника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до официальных 1580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15875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1198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ОТЗЫВ · ЮСУФ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2500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Его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слова</a:t>
            </a:r>
            <a:endParaRPr lang="en-US" sz="4600" dirty="0"/>
          </a:p>
        </p:txBody>
      </p:sp>
      <p:sp>
        <p:nvSpPr>
          <p:cNvPr id="7" name="shape-6"/>
          <p:cNvSpPr/>
          <p:nvPr/>
        </p:nvSpPr>
        <p:spPr>
          <a:xfrm rot="-72000">
            <a:off x="457200" y="2094706"/>
            <a:ext cx="5943600" cy="353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shape-7"/>
          <p:cNvSpPr/>
          <p:nvPr/>
        </p:nvSpPr>
        <p:spPr>
          <a:xfrm rot="-252000">
            <a:off x="2916329" y="198158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9" name="text-8"/>
          <p:cNvSpPr txBox="1"/>
          <p:nvPr/>
        </p:nvSpPr>
        <p:spPr>
          <a:xfrm rot="-72000">
            <a:off x="835208" y="2501138"/>
            <a:ext cx="5492496" cy="243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«Я честно говорю, тьютора лучше Нурасыла вряд ли можно найти. В потоке бесконечных компаний, реклам и т.д. Нурасыл — это личность, а не просто лого. Он умнейший человек, которого я встречал, и он буквально излучает теплоту и поддержку, ведь сам он очень добрый! Я многому научился у него, и благодарен, что именно он сопровождает меня на моем пути.»</a:t>
            </a:r>
            <a:endParaRPr lang="en-US" sz="1650" dirty="0"/>
          </a:p>
        </p:txBody>
      </p:sp>
      <p:sp>
        <p:nvSpPr>
          <p:cNvPr id="10" name="text-9"/>
          <p:cNvSpPr txBox="1"/>
          <p:nvPr/>
        </p:nvSpPr>
        <p:spPr>
          <a:xfrm rot="-72000">
            <a:off x="866443" y="5122567"/>
            <a:ext cx="5492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ЮСУФ · SAT 1580</a:t>
            </a:r>
            <a:endParaRPr lang="en-US" sz="1000" dirty="0"/>
          </a:p>
        </p:txBody>
      </p:sp>
      <p:pic>
        <p:nvPicPr>
          <p:cNvPr id="11" name="svg-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0" y="1841500"/>
            <a:ext cx="279400" cy="279400"/>
          </a:xfrm>
          <a:prstGeom prst="rect">
            <a:avLst/>
          </a:prstGeom>
        </p:spPr>
      </p:pic>
      <p:pic>
        <p:nvPicPr>
          <p:cNvPr id="12" name="svg-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0"/>
            <a:ext cx="190500" cy="190500"/>
          </a:xfrm>
          <a:prstGeom prst="rect">
            <a:avLst/>
          </a:prstGeom>
        </p:spPr>
      </p:pic>
      <p:sp>
        <p:nvSpPr>
          <p:cNvPr id="13" name="text-12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4" name="shape-13"/>
          <p:cNvSpPr/>
          <p:nvPr/>
        </p:nvSpPr>
        <p:spPr>
          <a:xfrm rot="300000">
            <a:off x="4552156" y="6731000"/>
            <a:ext cx="179705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4706218" y="6785882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300000">
            <a:off x="4983425" y="6832076"/>
            <a:ext cx="12856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спасибо, бро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2026-10-15T17:13:07Z</dcterms:created>
  <dcterms:modified xsi:type="dcterms:W3CDTF">2026-10-15T17:13:07Z</dcterms:modified>
</cp:coreProperties>
</file>