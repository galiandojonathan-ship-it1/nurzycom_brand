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e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eg"/><Relationship Id="rId7" Type="http://schemas.openxmlformats.org/officeDocument/2006/relationships/image" Target="../media/image-2-7.jpe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e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УЧЕНИК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b="1" spc="-34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1300 → </a:t>
            </a:r>
            <a:pPr algn="l" indent="0" marL="0">
              <a:lnSpc>
                <a:spcPts val="7500"/>
              </a:lnSpc>
              <a:buNone/>
            </a:pPr>
            <a:r>
              <a:rPr lang="en-US" sz="8400" i="1" spc="-17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1580</a:t>
            </a:r>
            <a:endParaRPr lang="en-US" sz="7500" dirty="0"/>
          </a:p>
        </p:txBody>
      </p:sp>
      <p:sp>
        <p:nvSpPr>
          <p:cNvPr id="7" name="text-6"/>
          <p:cNvSpPr txBox="1"/>
          <p:nvPr/>
        </p:nvSpPr>
        <p:spPr>
          <a:xfrm>
            <a:off x="457002" y="2139950"/>
            <a:ext cx="615886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 Юсуф, мой первый ученик и близкий друг. Я сопровождаю его поступление, и вот как вырос его SAT.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180000">
            <a:off x="1460500" y="2984500"/>
            <a:ext cx="3810000" cy="4330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1980000">
            <a:off x="1096810" y="296120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shape-9"/>
          <p:cNvSpPr/>
          <p:nvPr/>
        </p:nvSpPr>
        <p:spPr>
          <a:xfrm rot="1380000">
            <a:off x="4483727" y="2796418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1" name="shape-10"/>
          <p:cNvSpPr/>
          <p:nvPr/>
        </p:nvSpPr>
        <p:spPr>
          <a:xfrm rot="-180000">
            <a:off x="1567156" y="3099000"/>
            <a:ext cx="3581400" cy="3810000"/>
          </a:xfrm>
          <a:prstGeom prst="rect">
            <a:avLst/>
          </a:prstGeom>
          <a:solidFill>
            <a:srgbClr val="D5D5D4"/>
          </a:solidFill>
          <a:ln/>
        </p:spPr>
      </p:sp>
      <p:pic>
        <p:nvPicPr>
          <p:cNvPr id="12" name="img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80000">
            <a:off x="1567156" y="3099000"/>
            <a:ext cx="3581400" cy="38100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 rot="-180000">
            <a:off x="1485329" y="6931554"/>
            <a:ext cx="3962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Юсуф</a:t>
            </a:r>
            <a:endParaRPr lang="en-US" sz="17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2984500"/>
            <a:ext cx="279400" cy="279400"/>
          </a:xfrm>
          <a:prstGeom prst="rect">
            <a:avLst/>
          </a:prstGeom>
        </p:spPr>
      </p:pic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0" y="5588000"/>
            <a:ext cx="190500" cy="1905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7" name="shape-16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8" name="text-17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0" name="shape-19"/>
          <p:cNvSpPr/>
          <p:nvPr/>
        </p:nvSpPr>
        <p:spPr>
          <a:xfrm rot="360000">
            <a:off x="4737745" y="3429000"/>
            <a:ext cx="18034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60000">
            <a:off x="4894334" y="3472489"/>
            <a:ext cx="203200" cy="2032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 rot="360000">
            <a:off x="5168780" y="3532503"/>
            <a:ext cx="12923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+280 баллов</a:t>
            </a:r>
            <a:endParaRPr lang="en-US" sz="1500" dirty="0"/>
          </a:p>
        </p:txBody>
      </p:sp>
      <p:sp>
        <p:nvSpPr>
          <p:cNvPr id="23" name="shape-22"/>
          <p:cNvSpPr/>
          <p:nvPr/>
        </p:nvSpPr>
        <p:spPr>
          <a:xfrm rot="-240000">
            <a:off x="4127847" y="6191250"/>
            <a:ext cx="247650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240000">
            <a:off x="4295660" y="6382823"/>
            <a:ext cx="203200" cy="203200"/>
          </a:xfrm>
          <a:prstGeom prst="rect">
            <a:avLst/>
          </a:prstGeom>
        </p:spPr>
      </p:pic>
      <p:sp>
        <p:nvSpPr>
          <p:cNvPr id="25" name="text-24"/>
          <p:cNvSpPr txBox="1"/>
          <p:nvPr/>
        </p:nvSpPr>
        <p:spPr>
          <a:xfrm rot="-240000">
            <a:off x="4572007" y="6283105"/>
            <a:ext cx="19789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эссе · академ часть</a:t>
            </a:r>
            <a:endParaRPr lang="en-US" sz="1500" dirty="0"/>
          </a:p>
        </p:txBody>
      </p:sp>
      <p:sp>
        <p:nvSpPr>
          <p:cNvPr id="26" name="shape-25"/>
          <p:cNvSpPr/>
          <p:nvPr/>
        </p:nvSpPr>
        <p:spPr>
          <a:xfrm rot="-300000">
            <a:off x="280095" y="6096000"/>
            <a:ext cx="230505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300000">
            <a:off x="447873" y="6297090"/>
            <a:ext cx="203200" cy="2032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-300000">
            <a:off x="724063" y="6185424"/>
            <a:ext cx="17971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&gt;99-й перцентиль</a:t>
            </a:r>
            <a:endParaRPr lang="en-US" sz="1500" dirty="0"/>
          </a:p>
        </p:txBody>
      </p:sp>
      <p:sp>
        <p:nvSpPr>
          <p:cNvPr id="29" name="text-28"/>
          <p:cNvSpPr txBox="1"/>
          <p:nvPr/>
        </p:nvSpPr>
        <p:spPr>
          <a:xfrm rot="-180000">
            <a:off x="3556149" y="7301309"/>
            <a:ext cx="197218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 его разрешения,</a:t>
            </a:r>
            <a:endParaRPr lang="en-US" sz="1800" dirty="0"/>
          </a:p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конечно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639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839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ЯНВАРЬ → ИЮНЬ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Было 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стало</a:t>
            </a:r>
            <a:endParaRPr lang="en-US" sz="46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2095500"/>
            <a:ext cx="279400" cy="2794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" y="7683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0" name="shape-9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1" name="text-10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3" name="shape-12"/>
          <p:cNvSpPr/>
          <p:nvPr/>
        </p:nvSpPr>
        <p:spPr>
          <a:xfrm rot="-180000">
            <a:off x="355600" y="1841698"/>
            <a:ext cx="3937000" cy="284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4" name="shape-13"/>
          <p:cNvSpPr/>
          <p:nvPr/>
        </p:nvSpPr>
        <p:spPr>
          <a:xfrm rot="-420000">
            <a:off x="1774726" y="1729115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5" name="img-1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80000">
            <a:off x="451550" y="1943446"/>
            <a:ext cx="3733800" cy="24257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 rot="-180000">
            <a:off x="522680" y="4443682"/>
            <a:ext cx="3957828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spc="12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ПРОБНЫЙ ТЕСТ BLUEBOOK · 10.01.2026</a:t>
            </a:r>
            <a:endParaRPr lang="en-US" sz="850" dirty="0"/>
          </a:p>
        </p:txBody>
      </p:sp>
      <p:sp>
        <p:nvSpPr>
          <p:cNvPr id="17" name="shape-16"/>
          <p:cNvSpPr/>
          <p:nvPr/>
        </p:nvSpPr>
        <p:spPr>
          <a:xfrm rot="120000">
            <a:off x="2108200" y="4698702"/>
            <a:ext cx="4445000" cy="2895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shape-17"/>
          <p:cNvSpPr/>
          <p:nvPr/>
        </p:nvSpPr>
        <p:spPr>
          <a:xfrm rot="-120000">
            <a:off x="3904081" y="458556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9" name="img-1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20000">
            <a:off x="2213567" y="4800368"/>
            <a:ext cx="4241800" cy="24765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120000">
            <a:off x="2165266" y="7351928"/>
            <a:ext cx="4496308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spc="12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ОФИЦИАЛЬНЫЙ SAT · 06.06.2026</a:t>
            </a:r>
            <a:endParaRPr lang="en-US" sz="850" dirty="0"/>
          </a:p>
        </p:txBody>
      </p:sp>
      <p:sp>
        <p:nvSpPr>
          <p:cNvPr id="21" name="shape-20"/>
          <p:cNvSpPr/>
          <p:nvPr/>
        </p:nvSpPr>
        <p:spPr>
          <a:xfrm rot="300000">
            <a:off x="4330700" y="2159000"/>
            <a:ext cx="22098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300000">
            <a:off x="4486338" y="2195964"/>
            <a:ext cx="203200" cy="2032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300000">
            <a:off x="4761968" y="2260076"/>
            <a:ext cx="17231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Verbal 620 → 780</a:t>
            </a:r>
            <a:endParaRPr lang="en-US" sz="1500" dirty="0"/>
          </a:p>
        </p:txBody>
      </p:sp>
      <p:sp>
        <p:nvSpPr>
          <p:cNvPr id="24" name="shape-23"/>
          <p:cNvSpPr/>
          <p:nvPr/>
        </p:nvSpPr>
        <p:spPr>
          <a:xfrm rot="-180000">
            <a:off x="4272707" y="3175000"/>
            <a:ext cx="213995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80000">
            <a:off x="4438065" y="3340909"/>
            <a:ext cx="203200" cy="2032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180000">
            <a:off x="4717015" y="3269289"/>
            <a:ext cx="1622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Math 680 → 800</a:t>
            </a:r>
            <a:endParaRPr lang="en-US" sz="1500" dirty="0"/>
          </a:p>
        </p:txBody>
      </p:sp>
      <p:sp>
        <p:nvSpPr>
          <p:cNvPr id="27" name="text-26"/>
          <p:cNvSpPr txBox="1"/>
          <p:nvPr/>
        </p:nvSpPr>
        <p:spPr>
          <a:xfrm rot="-240000">
            <a:off x="379611" y="5588992"/>
            <a:ext cx="1447165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1300 был</a:t>
            </a:r>
            <a:endParaRPr lang="en-US" sz="1600" dirty="0"/>
          </a:p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пробником.</a:t>
            </a:r>
            <a:endParaRPr lang="en-US" sz="1600" dirty="0"/>
          </a:p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1580 уже</a:t>
            </a:r>
            <a:endParaRPr lang="en-US" sz="1600" dirty="0"/>
          </a:p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официальный.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17716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13933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ЛЕТО · ФРАНЦИЯ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Открыли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вместе</a:t>
            </a:r>
            <a:endParaRPr lang="en-US" sz="4600" dirty="0"/>
          </a:p>
        </p:txBody>
      </p:sp>
      <p:sp>
        <p:nvSpPr>
          <p:cNvPr id="7" name="text-6"/>
          <p:cNvSpPr txBox="1"/>
          <p:nvPr/>
        </p:nvSpPr>
        <p:spPr>
          <a:xfrm>
            <a:off x="457002" y="1752600"/>
            <a:ext cx="615886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Летом Юсуф поехал на международный конкурс во Францию. Там мы вместе и открыли его результат.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120000">
            <a:off x="698500" y="2984500"/>
            <a:ext cx="5207000" cy="4076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1680000">
            <a:off x="516201" y="2788322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shape-9"/>
          <p:cNvSpPr/>
          <p:nvPr/>
        </p:nvSpPr>
        <p:spPr>
          <a:xfrm rot="1680000">
            <a:off x="5300742" y="2968109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1" name="shape-10"/>
          <p:cNvSpPr/>
          <p:nvPr/>
        </p:nvSpPr>
        <p:spPr>
          <a:xfrm rot="120000">
            <a:off x="817897" y="3098889"/>
            <a:ext cx="4978400" cy="3556000"/>
          </a:xfrm>
          <a:prstGeom prst="rect">
            <a:avLst/>
          </a:prstGeom>
          <a:solidFill>
            <a:srgbClr val="D5D5D4"/>
          </a:solidFill>
          <a:ln/>
        </p:spPr>
      </p:sp>
      <p:pic>
        <p:nvPicPr>
          <p:cNvPr id="12" name="img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817897" y="3098889"/>
            <a:ext cx="4978400" cy="35560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 rot="120000">
            <a:off x="531422" y="6679102"/>
            <a:ext cx="54152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Франция, лето 2026</a:t>
            </a:r>
            <a:endParaRPr lang="en-US" sz="17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000" y="7112000"/>
            <a:ext cx="279400" cy="279400"/>
          </a:xfrm>
          <a:prstGeom prst="rect">
            <a:avLst/>
          </a:prstGeom>
        </p:spPr>
      </p:pic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00" y="2730500"/>
            <a:ext cx="190500" cy="1905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7" name="shape-16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8" name="text-17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0" name="shape-19"/>
          <p:cNvSpPr/>
          <p:nvPr/>
        </p:nvSpPr>
        <p:spPr>
          <a:xfrm rot="-360000">
            <a:off x="5036741" y="2794000"/>
            <a:ext cx="14414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60000">
            <a:off x="5192881" y="2953787"/>
            <a:ext cx="203200" cy="2032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 rot="-360000">
            <a:off x="5467775" y="2868297"/>
            <a:ext cx="9086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1580</a:t>
            </a:r>
            <a:endParaRPr lang="en-US" sz="1500" dirty="0"/>
          </a:p>
        </p:txBody>
      </p:sp>
      <p:sp>
        <p:nvSpPr>
          <p:cNvPr id="23" name="text-22"/>
          <p:cNvSpPr txBox="1"/>
          <p:nvPr/>
        </p:nvSpPr>
        <p:spPr>
          <a:xfrm rot="-180000">
            <a:off x="572145" y="7205960"/>
            <a:ext cx="295490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один из самых ярких</a:t>
            </a:r>
            <a:endParaRPr lang="en-US" sz="20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моментов моего лета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2616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2288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2025–2026 · ПОСТУПЛЕНИЕ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Больше, чем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SAT</a:t>
            </a:r>
            <a:endParaRPr lang="en-US" sz="46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1815405"/>
            <a:ext cx="6300216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 прошлого года я сопровождаю Юсуфа в поступлении. Мы вместе работаем над эссе и над академической частью заявки.</a:t>
            </a:r>
            <a:endParaRPr lang="en-US" sz="17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2836366"/>
            <a:ext cx="6300216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был одной из частей. С марта по май мы занимались в основном Verbal, немного Math. Ещё больше он работал сам. 1580 это его труд.</a:t>
            </a:r>
            <a:endParaRPr lang="en-US" sz="1700" dirty="0"/>
          </a:p>
        </p:txBody>
      </p:sp>
      <p:sp>
        <p:nvSpPr>
          <p:cNvPr id="9" name="shape-8"/>
          <p:cNvSpPr/>
          <p:nvPr/>
        </p:nvSpPr>
        <p:spPr>
          <a:xfrm rot="-120000">
            <a:off x="457051" y="5715000"/>
            <a:ext cx="2362200" cy="3937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0" name="svg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20000">
            <a:off x="597484" y="5862758"/>
            <a:ext cx="165100" cy="16510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 rot="-120000">
            <a:off x="837978" y="5799689"/>
            <a:ext cx="195199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январь · пробник 1300</a:t>
            </a:r>
            <a:endParaRPr lang="en-US" sz="1300" dirty="0"/>
          </a:p>
        </p:txBody>
      </p:sp>
      <p:sp>
        <p:nvSpPr>
          <p:cNvPr id="12" name="shape-11"/>
          <p:cNvSpPr/>
          <p:nvPr/>
        </p:nvSpPr>
        <p:spPr>
          <a:xfrm rot="120000">
            <a:off x="1217811" y="6223000"/>
            <a:ext cx="2279650" cy="3937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3" name="svg-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359458" y="6305325"/>
            <a:ext cx="165100" cy="165100"/>
          </a:xfrm>
          <a:prstGeom prst="rect">
            <a:avLst/>
          </a:prstGeom>
        </p:spPr>
      </p:pic>
      <p:sp>
        <p:nvSpPr>
          <p:cNvPr id="14" name="text-13"/>
          <p:cNvSpPr txBox="1"/>
          <p:nvPr/>
        </p:nvSpPr>
        <p:spPr>
          <a:xfrm rot="120000">
            <a:off x="1598737" y="6316111"/>
            <a:ext cx="1864487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март–май · уроки SAT</a:t>
            </a:r>
            <a:endParaRPr lang="en-US" sz="1300" dirty="0"/>
          </a:p>
        </p:txBody>
      </p:sp>
      <p:sp>
        <p:nvSpPr>
          <p:cNvPr id="15" name="shape-14"/>
          <p:cNvSpPr/>
          <p:nvPr/>
        </p:nvSpPr>
        <p:spPr>
          <a:xfrm rot="-120000">
            <a:off x="1979811" y="6731000"/>
            <a:ext cx="1803400" cy="3937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2121313" y="6868964"/>
            <a:ext cx="165100" cy="1651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 rot="-120000">
            <a:off x="2360737" y="6815689"/>
            <a:ext cx="135966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июнь · SAT 1580</a:t>
            </a:r>
            <a:endParaRPr lang="en-US" sz="1300" dirty="0"/>
          </a:p>
        </p:txBody>
      </p:sp>
      <p:pic>
        <p:nvPicPr>
          <p:cNvPr id="18" name="svg-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7100" y="4064000"/>
            <a:ext cx="279400" cy="279400"/>
          </a:xfrm>
          <a:prstGeom prst="rect">
            <a:avLst/>
          </a:prstGeom>
        </p:spPr>
      </p:pic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61000" y="7302500"/>
            <a:ext cx="190500" cy="1905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shape-23"/>
          <p:cNvSpPr/>
          <p:nvPr/>
        </p:nvSpPr>
        <p:spPr>
          <a:xfrm rot="-180000">
            <a:off x="455811" y="4635500"/>
            <a:ext cx="1308100" cy="5588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80000">
            <a:off x="648159" y="4805441"/>
            <a:ext cx="254000" cy="2540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180000">
            <a:off x="976285" y="4741159"/>
            <a:ext cx="63271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spc="-2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эссе</a:t>
            </a:r>
            <a:endParaRPr lang="en-US" sz="2000" dirty="0"/>
          </a:p>
        </p:txBody>
      </p:sp>
      <p:sp>
        <p:nvSpPr>
          <p:cNvPr id="27" name="shape-26"/>
          <p:cNvSpPr/>
          <p:nvPr/>
        </p:nvSpPr>
        <p:spPr>
          <a:xfrm rot="180000">
            <a:off x="2666256" y="4699000"/>
            <a:ext cx="3492500" cy="5588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80000">
            <a:off x="2859457" y="4776664"/>
            <a:ext cx="254000" cy="2540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180000">
            <a:off x="3186730" y="4821941"/>
            <a:ext cx="294817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spc="-2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академическая часть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ОТЗЫВ · ЮСУФ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Его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слова</a:t>
            </a:r>
            <a:endParaRPr lang="en-US" sz="4600" dirty="0"/>
          </a:p>
        </p:txBody>
      </p:sp>
      <p:sp>
        <p:nvSpPr>
          <p:cNvPr id="7" name="shape-6"/>
          <p:cNvSpPr/>
          <p:nvPr/>
        </p:nvSpPr>
        <p:spPr>
          <a:xfrm rot="-72000">
            <a:off x="457200" y="2094706"/>
            <a:ext cx="5943600" cy="3530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52000">
            <a:off x="2916329" y="198158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72000">
            <a:off x="835208" y="2501138"/>
            <a:ext cx="5492496" cy="243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90"/>
              </a:lnSpc>
              <a:buNone/>
            </a:pPr>
            <a:r>
              <a:rPr lang="en-US" sz="16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«Я честно говорю, тьютора лучше Нурасыла вряд ли можно найти. В потоке бесконечных компаний, реклам и т.д. Нурасыл — это личность, а не просто лого. Он умнейший человек, которого я встречал, и он буквально излучает теплоту и поддержку, ведь сам он очень добрый! Я многому научился у него, и благодарен, что именно он сопровождает меня на моем пути.»</a:t>
            </a:r>
            <a:endParaRPr lang="en-US" sz="1650" dirty="0"/>
          </a:p>
        </p:txBody>
      </p:sp>
      <p:sp>
        <p:nvSpPr>
          <p:cNvPr id="10" name="text-9"/>
          <p:cNvSpPr txBox="1"/>
          <p:nvPr/>
        </p:nvSpPr>
        <p:spPr>
          <a:xfrm rot="-72000">
            <a:off x="866443" y="5122567"/>
            <a:ext cx="54924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ЮСУФ · SAT 1580</a:t>
            </a:r>
            <a:endParaRPr lang="en-US" sz="1000" dirty="0"/>
          </a:p>
        </p:txBody>
      </p:sp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100" y="1841500"/>
            <a:ext cx="279400" cy="279400"/>
          </a:xfrm>
          <a:prstGeom prst="rect">
            <a:avLst/>
          </a:prstGeom>
        </p:spPr>
      </p:pic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0"/>
            <a:ext cx="190500" cy="1905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4" name="shape-13"/>
          <p:cNvSpPr/>
          <p:nvPr/>
        </p:nvSpPr>
        <p:spPr>
          <a:xfrm rot="300000">
            <a:off x="4552156" y="6731000"/>
            <a:ext cx="17970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00000">
            <a:off x="4706218" y="6785882"/>
            <a:ext cx="203200" cy="2032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 rot="300000">
            <a:off x="4983425" y="6832076"/>
            <a:ext cx="128562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спасибо, бро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2026-10-15T17:22:59Z</dcterms:created>
  <dcterms:modified xsi:type="dcterms:W3CDTF">2026-10-15T17:22:59Z</dcterms:modified>
</cp:coreProperties>
</file>